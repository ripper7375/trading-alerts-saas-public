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188720"/>
            <a:ext cx="3840480" cy="3840480"/>
          </a:xfrm>
          <a:prstGeom prst="ellipse">
            <a:avLst/>
          </a:prstGeom>
          <a:solidFill>
            <a:srgbClr val="C9A227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-365760"/>
            <a:ext cx="2194560" cy="2194560"/>
          </a:xfrm>
          <a:prstGeom prst="ellipse">
            <a:avLst/>
          </a:prstGeom>
          <a:solidFill>
            <a:srgbClr val="C9A227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 — DEEP DIVE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XAUUSD Data Pipeline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Multi-Timeframe Visualisation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architecture, traced through every source file: how one bar of market data is produced, validated, calculated, distributed, and rendered.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9834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55321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sources (4 groups)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474720" y="49834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74720" y="55321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calc modules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49834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126480" y="55321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market_data columns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778240" y="49834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778240" y="55321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NSSM Windows services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63550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Davin  |  Source: every file in v2_29_data_pipeline_architecture/ and v2_29_multi-timeframe-visualisation/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38560" y="-914400"/>
            <a:ext cx="2377440" cy="2377440"/>
          </a:xfrm>
          <a:prstGeom prst="ellipse">
            <a:avLst/>
          </a:prstGeom>
          <a:solidFill>
            <a:srgbClr val="1B2340">
              <a:alpha val="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stacks form one continuous pipeline. Twelve MQL5 export files land every minute on a Windows VPS; a Python collector cross-validates them, recomputes every user-configurable value with four pure-Python calc modules, and promotes one coherent row into SQLite every 5 minutes. From there, data flows two independent ways: a push worker syncs each validated bar to the Railway API Gateway (with a quarantine-and-replay safety net), while a separate backend renderer reads the same table directly to produce the three-panel M5/M15 chart visualisation.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02920" cy="50292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67004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99008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MQL5 indicators compute the admin layer (OHLCV, SSA, fractal maps, zigzag pivots) on-chart and auto-export .txt files every minute.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3867912"/>
            <a:ext cx="502920" cy="50292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67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840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Calculate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41605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collector cross-checks 11 per-bar sources per 5-minute cycle, then 4 calc modules recompute every derived value from OHLC + admin-layer inputs.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5038344"/>
            <a:ext cx="502920" cy="50292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383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50109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 &amp; Render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53309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worker syncs validated rows to the gateway with a quarantine/replay safety net; independently, mtf_render reads the same table to draw M5/M15 overlay charts.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37960" y="2651760"/>
            <a:ext cx="498348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03720" y="28803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03720" y="31546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Pre-production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903720" y="36118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stack CERTIFIED (M15 50/50, M5 39/50 accepted tolerance). Two integration items remain before end-to-end cutover: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03720" y="439826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032" y="43434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Timestamp-conversion stack — gating item (§7)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03720" y="487375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/>
          <p:nvPr/>
        </p:nvSpPr>
        <p:spPr>
          <a:xfrm>
            <a:off x="7114032" y="481888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migration — nullable fields + idempotent upsert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03720" y="534924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/>
          <p:nvPr/>
        </p:nvSpPr>
        <p:spPr>
          <a:xfrm>
            <a:off x="7114032" y="5294376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Visualisation: live overlay depends on the same timestamp fix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 — Executive Overview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bar, from chart to gateway and to chart image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77240" y="1417320"/>
            <a:ext cx="1874520" cy="1051560"/>
          </a:xfrm>
          <a:prstGeom prst="roundRect">
            <a:avLst>
              <a:gd name="adj" fmla="val 6087"/>
            </a:avLst>
          </a:prstGeom>
          <a:solidFill>
            <a:srgbClr val="1B234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490472"/>
            <a:ext cx="1600200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Terminal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14400" y="1901038"/>
            <a:ext cx="16002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export sources (MQL5)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XAUUSD M5 + M15 charts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auto-export every 1 min</a:t>
            </a:r>
            <a:endParaRPr lang="en-US" sz="870" dirty="0"/>
          </a:p>
        </p:txBody>
      </p:sp>
      <p:sp>
        <p:nvSpPr>
          <p:cNvPr id="7" name="Shape 5"/>
          <p:cNvSpPr/>
          <p:nvPr/>
        </p:nvSpPr>
        <p:spPr>
          <a:xfrm>
            <a:off x="2651760" y="1943100"/>
            <a:ext cx="320040" cy="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71800" y="1417320"/>
            <a:ext cx="187452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08960" y="1490472"/>
            <a:ext cx="1600200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Files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108960" y="1901038"/>
            <a:ext cx="16002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{Prefix}_XAUUSD_{TF}.txt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tab-separated, UTC unix ts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MQL5/Files/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4846320" y="1943100"/>
            <a:ext cx="320040" cy="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66360" y="1417320"/>
            <a:ext cx="187452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03520" y="1490472"/>
            <a:ext cx="1600200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303520" y="1901038"/>
            <a:ext cx="16002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export_collector_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validator_v2.py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COLLECT→ADJUST→VALIDATE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7040880" y="1943100"/>
            <a:ext cx="320040" cy="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60920" y="1417320"/>
            <a:ext cx="1874520" cy="1051560"/>
          </a:xfrm>
          <a:prstGeom prst="roundRect">
            <a:avLst>
              <a:gd name="adj" fmla="val 6087"/>
            </a:avLst>
          </a:prstGeom>
          <a:solidFill>
            <a:srgbClr val="C9A22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1490472"/>
            <a:ext cx="1600200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Stack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498080" y="1901038"/>
            <a:ext cx="16002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Python modules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CALCULATE→PROMOTE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93/93 tests certified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9235440" y="1943100"/>
            <a:ext cx="320040" cy="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555480" y="1417320"/>
            <a:ext cx="1874520" cy="1051560"/>
          </a:xfrm>
          <a:prstGeom prst="roundRect">
            <a:avLst>
              <a:gd name="adj" fmla="val 6087"/>
            </a:avLst>
          </a:prstGeom>
          <a:solidFill>
            <a:srgbClr val="141A32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92640" y="1490472"/>
            <a:ext cx="1600200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xauusd.db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692640" y="1901038"/>
            <a:ext cx="16002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market_data (79 cols)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synced_at outbox</a:t>
            </a:r>
            <a:endParaRPr lang="en-US" sz="870" dirty="0"/>
          </a:p>
        </p:txBody>
      </p:sp>
      <p:sp>
        <p:nvSpPr>
          <p:cNvPr id="23" name="Shape 21"/>
          <p:cNvSpPr/>
          <p:nvPr/>
        </p:nvSpPr>
        <p:spPr>
          <a:xfrm>
            <a:off x="10492740" y="2468880"/>
            <a:ext cx="0" cy="27432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2743200"/>
            <a:ext cx="6926580" cy="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0" y="2743200"/>
            <a:ext cx="0" cy="27432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595360" y="2743200"/>
            <a:ext cx="0" cy="27432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371600" y="3017520"/>
            <a:ext cx="23774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508760" y="3090672"/>
            <a:ext cx="21031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Worker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508760" y="3522269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backfill_worker_api_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gateway_v5.py — aiohttp/requests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POST, outbox drain</a:t>
            </a:r>
            <a:endParaRPr lang="en-US" sz="870" dirty="0"/>
          </a:p>
        </p:txBody>
      </p:sp>
      <p:sp>
        <p:nvSpPr>
          <p:cNvPr id="30" name="Shape 28"/>
          <p:cNvSpPr/>
          <p:nvPr/>
        </p:nvSpPr>
        <p:spPr>
          <a:xfrm>
            <a:off x="3749040" y="3566160"/>
            <a:ext cx="274320" cy="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023360" y="3017520"/>
            <a:ext cx="1737360" cy="1097280"/>
          </a:xfrm>
          <a:prstGeom prst="roundRect">
            <a:avLst>
              <a:gd name="adj" fmla="val 5833"/>
            </a:avLst>
          </a:prstGeom>
          <a:solidFill>
            <a:srgbClr val="1B234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160520" y="3090672"/>
            <a:ext cx="146304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Gateway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160520" y="3522269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/api/v1/market-data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upsert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6400800" y="3017520"/>
            <a:ext cx="23774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37960" y="3090672"/>
            <a:ext cx="21031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mtf_render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537960" y="3522269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data_source.py + renderer.py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market_data directly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(matplotlib, pandas, numpy)</a:t>
            </a:r>
            <a:endParaRPr lang="en-US" sz="870" dirty="0"/>
          </a:p>
        </p:txBody>
      </p:sp>
      <p:sp>
        <p:nvSpPr>
          <p:cNvPr id="37" name="Shape 35"/>
          <p:cNvSpPr/>
          <p:nvPr/>
        </p:nvSpPr>
        <p:spPr>
          <a:xfrm>
            <a:off x="8778240" y="3566160"/>
            <a:ext cx="274320" cy="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052560" y="3017520"/>
            <a:ext cx="1737360" cy="1097280"/>
          </a:xfrm>
          <a:prstGeom prst="roundRect">
            <a:avLst>
              <a:gd name="adj" fmla="val 5833"/>
            </a:avLst>
          </a:prstGeom>
          <a:solidFill>
            <a:srgbClr val="C9A22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9189720" y="3090672"/>
            <a:ext cx="146304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3-Panel PNG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189720" y="3522269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A: M5 + channel</a:t>
            </a:r>
            <a:endParaRPr lang="en-US" sz="8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B/C: M15 + M5 overlay</a:t>
            </a:r>
            <a:endParaRPr lang="en-US" sz="870" dirty="0"/>
          </a:p>
        </p:txBody>
      </p:sp>
      <p:sp>
        <p:nvSpPr>
          <p:cNvPr id="41" name="Text 39"/>
          <p:cNvSpPr/>
          <p:nvPr/>
        </p:nvSpPr>
        <p:spPr>
          <a:xfrm>
            <a:off x="1371600" y="4206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PATH — 400s quarantined to rejected_rows.jsonl, replayed after a fix</a:t>
            </a:r>
            <a:endParaRPr lang="en-US" sz="870" dirty="0"/>
          </a:p>
        </p:txBody>
      </p:sp>
      <p:sp>
        <p:nvSpPr>
          <p:cNvPr id="42" name="Text 40"/>
          <p:cNvSpPr/>
          <p:nvPr/>
        </p:nvSpPr>
        <p:spPr>
          <a:xfrm>
            <a:off x="6400800" y="4206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PATH — backend visualisation, no recomputation</a:t>
            </a:r>
            <a:endParaRPr lang="en-US" sz="870" dirty="0"/>
          </a:p>
        </p:txBody>
      </p:sp>
      <p:sp>
        <p:nvSpPr>
          <p:cNvPr id="43" name="Text 41"/>
          <p:cNvSpPr/>
          <p:nvPr/>
        </p:nvSpPr>
        <p:spPr>
          <a:xfrm>
            <a:off x="777240" y="4617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read from the same market_data table independently — the push worker syncs rows outward; the renderer reads them for chart output. Details on the next slides.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77240" y="5468112"/>
            <a:ext cx="10607040" cy="457200"/>
          </a:xfrm>
          <a:prstGeom prst="roundRect">
            <a:avLst>
              <a:gd name="adj" fmla="val 12000"/>
            </a:avLst>
          </a:prstGeom>
          <a:solidFill>
            <a:srgbClr val="EFEFEC"/>
          </a:solidFill>
          <a:ln w="12700">
            <a:solidFill>
              <a:srgbClr val="B9BCC7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005840" y="5468112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path (legacy, inert):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MT5 Terminal is also read directly via iCustom()/CopyBuffer() by a legacy EA — pushed to a socket relay or SQLite fallback, schema-aligned (v2.29.1) but not wired into this production flow. See next slide.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 — Executive Overview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12 Export Sources — What MQL5 Actually Sends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source feeds a calculation — some are validation-only heartbeats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C9A22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53619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 Regression Admin Layer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26280" y="153619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A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sources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190195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best_fit, cherry_a, cherry_b, most_recent, non_a, non_b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Exports: horiz_high_map, horiz_low_map, ssa (8-decimal), ema_ssa, crossing (0/1)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276148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5A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Python's centroid engine directly — crossing bar/price pairs are the regression input.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153619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OHLCV Spine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149840" y="153619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source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92240" y="190195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OHLCV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92240" y="233172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Exports: open, high, low, volume (close is a shared validation key)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92240" y="276148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per-bar backbone every other source is validated against; also the sole price input to fractal &amp; z-score calc.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721608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8862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ZigZag Pivots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26280" y="38862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source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68680" y="42519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ZigZag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468172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Exports: point_type (Peak/Bottom), current_point (pivot price)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68680" y="5111496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detection stays in MQL5 — Python only derives segment metrics (slope, %change, classification) from these events.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63640" y="3721608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C9A22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92240" y="38862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Keys-Only Heartbeats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149840" y="38862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A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sources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92240" y="42519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Fractal_EDT, Resistance_Line, Support_Line, ZScore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92240" y="468172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4 validation keys are staged (timestamp / symbol / timeframe / close)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92240" y="5111496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5A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Cross-source consistency checks ONLY — the actual lines and z-scores are computed fresh in Python straight from OHLC, not from these exports.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 — Executive Overview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Extraction Paths — &amp; the Legacy EA Schema Fix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12 indicators are read two different ways; only one is live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257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5544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FILE EXPORT — production path (unchanged)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14400" y="193852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indicator computes its own buffers and writes them to a .txt file itself, once a minute. export_collector_validator_v2.py only ever reads files off disk — it never touches indicator memory. Sole source of truth for market_data.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257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5544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iCustom() / CopyBuffer() — legacy EA path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37960" y="193852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SimpleDataCollector_v2_29_ASYNC_SOCKET.mq5 attaches an iCustom() handle to 11 of the 12 indicators and pulls values straight out of indicator memory via CopyBuffer() — independent of the txt files. Pushes to a local socket relay, or falls back to a per-symbol SQLite table.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10881360" cy="3246120"/>
          </a:xfrm>
          <a:prstGeom prst="roundRect">
            <a:avLst>
              <a:gd name="adj" fmla="val 2254"/>
            </a:avLst>
          </a:prstGeom>
          <a:solidFill>
            <a:srgbClr val="1B234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3375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FIX COMPLETED — v2.29 → v2.29.1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68503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EA's SQLite table, JSON payload, and buffer reads were rewritten to match the current v6 schema instead of the old v2.28 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✗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" y="4489704"/>
            <a:ext cx="73152" cy="73152"/>
          </a:xfrm>
          <a:prstGeom prst="ellipse">
            <a:avLst/>
          </a:prstGeom>
          <a:solidFill>
            <a:srgbClr val="E08A8A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4434840"/>
            <a:ext cx="4736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buffers 7/8/9 = MQL5-computed baseline/UOEDT/LOEDT directly from each centroid handle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14400" y="5111496"/>
            <a:ext cx="73152" cy="73152"/>
          </a:xfrm>
          <a:prstGeom prst="ellipse">
            <a:avLst/>
          </a:prstGeom>
          <a:solidFill>
            <a:srgbClr val="E08A8A"/>
          </a:solidFill>
          <a:ln/>
        </p:spPr>
      </p:sp>
      <p:sp>
        <p:nvSpPr>
          <p:cNvPr id="17" name="Text 15"/>
          <p:cNvSpPr/>
          <p:nvPr/>
        </p:nvSpPr>
        <p:spPr>
          <a:xfrm>
            <a:off x="1115568" y="5056632"/>
            <a:ext cx="4736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table + JSON payload used old flat v2.28 names (bestfit_baseline, candle_classification, ...)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4400" y="5733288"/>
            <a:ext cx="73152" cy="73152"/>
          </a:xfrm>
          <a:prstGeom prst="ellipse">
            <a:avLst/>
          </a:prstGeom>
          <a:solidFill>
            <a:srgbClr val="E08A8A"/>
          </a:solidFill>
          <a:ln/>
        </p:spPr>
      </p:sp>
      <p:sp>
        <p:nvSpPr>
          <p:cNvPr id="19" name="Text 17"/>
          <p:cNvSpPr/>
          <p:nvPr/>
        </p:nvSpPr>
        <p:spPr>
          <a:xfrm>
            <a:off x="1115568" y="5678424"/>
            <a:ext cx="4736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overlap at all with gateway_contract_market_data.schema.json field names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26364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C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4489704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08" y="4434840"/>
            <a:ext cx="4736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genuine admin-layer buffers: horiz_high_map/horiz_low_map/ssa/ema_ssa/crossing per variant; ZigZag pivot type + price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63640" y="5111496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/>
          <p:nvPr/>
        </p:nvSpPr>
        <p:spPr>
          <a:xfrm>
            <a:off x="6464808" y="5056632"/>
            <a:ext cx="4736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Python-only field (base_fl/uoedt/loedt, fractal/resistance/support, zigzag metrics, z-score class) sent as explicit NULL — never fabricated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63640" y="5733288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/>
          <p:nvPr/>
        </p:nvSpPr>
        <p:spPr>
          <a:xfrm>
            <a:off x="6464808" y="5678424"/>
            <a:ext cx="4736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names now match gateway_contract_market_data.schema.json exactly; terminal_id added for the POST contract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14400" y="6035040"/>
            <a:ext cx="10332720" cy="0"/>
          </a:xfrm>
          <a:prstGeom prst="line">
            <a:avLst/>
          </a:prstGeom>
          <a:noFill/>
          <a:ln w="9525">
            <a:solidFill>
              <a:srgbClr val="3A41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60990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4C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mt5_api_relay_for_v2_29.py needed NO changes — confirmed schema-agnostic, forwards JSON unchanged. Still legacy/optional: not wired into the v6 production flow.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 — Executive Overview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&amp; Retry Logic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checks gate every cycle before a bar reaches market_data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37160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Cross-source key agreement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34440" y="1691640"/>
            <a:ext cx="5623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timestamp present in ≥2 of the 11 per-bar sources: symbol and timeframe must match exactly; close must agree within CLOSE_TOLERANCE = 0.01 (one XAUUSD point).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457200" cy="45720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45059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ZigZag-as-subset check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34440" y="2770632"/>
            <a:ext cx="5623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ZigZag pivot's timestamp must exist on the OHLCV spine, with its close matching the OHLCV close within the same tolerance.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575304"/>
            <a:ext cx="457200" cy="45720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352958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/ staleness check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34440" y="3849624"/>
            <a:ext cx="5623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 per-bar sources must have staged rows; the latest OHLCV bar must appear in every source — catches one indicator silently falling behind.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460857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Market-hours gate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34440" y="4928616"/>
            <a:ext cx="5623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XAUUSD Mon–Fri 01:01–23:59 broker-server time (GMT+2/+3, US-DST-aware, converted to UTC). Closed-market cycles are skipped without burning a retry attempt.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78040" y="1417320"/>
            <a:ext cx="4343400" cy="4892040"/>
          </a:xfrm>
          <a:prstGeom prst="roundRect">
            <a:avLst>
              <a:gd name="adj" fmla="val 1684"/>
            </a:avLst>
          </a:prstGeom>
          <a:solidFill>
            <a:srgbClr val="1B234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52360" y="1645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LIFECYCLE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452360" y="2057400"/>
            <a:ext cx="3794760" cy="457200"/>
          </a:xfrm>
          <a:prstGeom prst="roundRect">
            <a:avLst>
              <a:gd name="adj" fmla="val 12000"/>
            </a:avLst>
          </a:prstGeom>
          <a:solidFill>
            <a:srgbClr val="141A32"/>
          </a:solidFill>
          <a:ln/>
        </p:spPr>
      </p:sp>
      <p:sp>
        <p:nvSpPr>
          <p:cNvPr id="23" name="Text 21"/>
          <p:cNvSpPr/>
          <p:nvPr/>
        </p:nvSpPr>
        <p:spPr>
          <a:xfrm>
            <a:off x="7452360" y="20574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452360" y="2624328"/>
            <a:ext cx="3794760" cy="457200"/>
          </a:xfrm>
          <a:prstGeom prst="roundRect">
            <a:avLst>
              <a:gd name="adj" fmla="val 12000"/>
            </a:avLst>
          </a:prstGeom>
          <a:solidFill>
            <a:srgbClr val="141A32"/>
          </a:solidFill>
          <a:ln/>
        </p:spPr>
      </p:sp>
      <p:sp>
        <p:nvSpPr>
          <p:cNvPr id="25" name="Text 23"/>
          <p:cNvSpPr/>
          <p:nvPr/>
        </p:nvSpPr>
        <p:spPr>
          <a:xfrm>
            <a:off x="7452360" y="262432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452360" y="3191256"/>
            <a:ext cx="3794760" cy="4572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/>
        </p:spPr>
      </p:sp>
      <p:sp>
        <p:nvSpPr>
          <p:cNvPr id="27" name="Text 25"/>
          <p:cNvSpPr/>
          <p:nvPr/>
        </p:nvSpPr>
        <p:spPr>
          <a:xfrm>
            <a:off x="7452360" y="319125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 ✓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452360" y="3758184"/>
            <a:ext cx="3794760" cy="457200"/>
          </a:xfrm>
          <a:prstGeom prst="roundRect">
            <a:avLst>
              <a:gd name="adj" fmla="val 12000"/>
            </a:avLst>
          </a:prstGeom>
          <a:solidFill>
            <a:srgbClr val="3A2230"/>
          </a:solidFill>
          <a:ln/>
        </p:spPr>
      </p:sp>
      <p:sp>
        <p:nvSpPr>
          <p:cNvPr id="29" name="Text 27"/>
          <p:cNvSpPr/>
          <p:nvPr/>
        </p:nvSpPr>
        <p:spPr>
          <a:xfrm>
            <a:off x="7452360" y="375818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 ✗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452360" y="437083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rejection: staged rows are purged, the reason is logged to validation_failures (JSON detail per mismatch), and the cycle re-requests.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45236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MAX_ATTEMPTS_PER_CYCLE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149840" y="51937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4C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45236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RETRY_WAIT_SEC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149840" y="5486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4C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52360" y="5779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CLOSE_TOLERANCE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149840" y="57790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4C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 — Executive Overview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Calculate Stage — What Python Actually Computes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hand-ported modules; each has a different dependency on the MQL5 admin layer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397764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657600"/>
                <a:gridCol w="2194560"/>
              </a:tblGrid>
              <a:tr h="7955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40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C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centroid_regression.py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MQL5 crossing points (bar, price) + OHLC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Hand-ported DBSCAN/K-means clustering → centroid selection → OLS or time-decay-weighted best-fit regression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base_fl, uoedt, loedt — one engine, 6 variant presets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C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fractal_lines.py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OHLC highs/lows ONLY — fractal detection happens here, not in MQL5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Asymmetric fractal detection, touch-tolerance line fitting, angle filter, scored by touches × 10000 + pair distance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best_resistance, best_support, fractal_best_fl/uoedt/loedt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C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zigzag_metrics.py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MQL5-exported pivot events (detection stays in MQL5)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Per-pivot segment metrics classified via rolling z-score (sample variance, configurable window)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price/pct change, bars, price-per-bar, slope, category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C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zscore_candle.py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OHLC open/close ONLY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sample z-score of candle body size, signed direction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6B73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body_direction, body_size, body_classification (6-way)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1B2340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548640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sklearn substitution — DBSCAN, K-means, and WLS are hand-ported line-for-line to preserve exact MQL5 cluster membership. Certified against 3000-bar golden MQL5 exports: M15 50/50 exact, M5 39/50 within accepted tolerance (93/93 unit tests passing).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 — Executive Overview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Distribution, Recovery &amp; Deployment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push worker's outbox loop, its safety net, and how the whole stack runs on the VPS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2578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LOOP — backfill_worker_api_gateway_v5.py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2203704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Drains market_data WHERE synced_at IS NULL, oldest-first, ≤500 rows/cycle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2770632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71576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sleep 300s when empty; active sleep 30s while a backlog remains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3337560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282696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no-progress → exponential backoff (30s → 300s cap)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3904488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849624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session recreated after 10 consecutive failures; periodic /api/v1/health check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1371600"/>
            <a:ext cx="52578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37960" y="16002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&amp; REPLAY — the safety net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37960" y="2203704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214884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400 rows are written to rejected_rows.jsonl AND stamped synced_at — a poison row can't block the outbox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37960" y="2916936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2862072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replay_quarantine.py re-POSTs quarantined rows after a fix; --dry-run previews without sending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37960" y="3630168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3575304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replays are dropped from the file; failures are rewritten back — safe to re-run, idempotent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B234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8006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install_services.bat installs 3 auto-restarting NSSM services on the VPS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14400" y="5166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MT5Collector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5440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engine (COLLECT→PROMOTE)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26280" y="5166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MT5PushWorker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26280" y="5440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→ gateway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138160" y="5166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MT5Relay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138160" y="5440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socket relay (optional, not in v6 flow)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 — Executive Overview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Visualisation Internals — mtf_render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same market_data table becomes a three-panel PNG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2450592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52704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data_source.py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04672" y="1874520"/>
            <a:ext cx="2121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SQL queries (M5 rows, M15 rows), each filtered on symbol + timeframe. Renames {variant}_uoedt/base_fl/loedt to canonical names.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090672" y="2103120"/>
            <a:ext cx="228600" cy="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19272" y="1417320"/>
            <a:ext cx="2450592" cy="1371600"/>
          </a:xfrm>
          <a:prstGeom prst="roundRect">
            <a:avLst>
              <a:gd name="adj" fmla="val 4667"/>
            </a:avLst>
          </a:prstGeom>
          <a:solidFill>
            <a:srgbClr val="C9A22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83864" y="152704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object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83864" y="1874520"/>
            <a:ext cx="2121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build_panels() builds ONE Channel from the M5 frame, then assigns that SAME object — by reference, not a copy — to panels A, B, and C.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769864" y="2103120"/>
            <a:ext cx="228600" cy="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998464" y="1417320"/>
            <a:ext cx="2450592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63056" y="152704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renderer.py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163056" y="1874520"/>
            <a:ext cx="2121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Hand-draws candles + channel against a REAL unix-time matplotlib axis — deliberately not mplfinance's categorical index, so M5 lines land at the correct time on M15 bars.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8449056" y="2103120"/>
            <a:ext cx="228600" cy="0"/>
          </a:xfrm>
          <a:prstGeom prst="line">
            <a:avLst/>
          </a:prstGeom>
          <a:noFill/>
          <a:ln w="22225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677656" y="1417320"/>
            <a:ext cx="2450592" cy="1371600"/>
          </a:xfrm>
          <a:prstGeom prst="roundRect">
            <a:avLst>
              <a:gd name="adj" fmla="val 4667"/>
            </a:avLst>
          </a:prstGeom>
          <a:solidFill>
            <a:srgbClr val="141A32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42248" y="152704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3-Panel PNG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842248" y="1874520"/>
            <a:ext cx="2121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combined figure, Agg backend (headless), 120 dpi. Chart A = M5 + its channel; B/C = M15 with the M5 channel overlaid.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640080" y="315468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1B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33558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DEMO PATH — fixture.py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3703320"/>
            <a:ext cx="4709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shipped real market_data sample has only 3 M5 bars, no M15 rows, and NULL channel columns (warm-up by design) — it can't exercise the renderer. fixture.py fabricates a self-consistent synthetic xauusd.db instead: 96 M5 bars (8h) plus a coherently-aggregated M15 series, with a populated straight parallel channel per variant. Used automatically whenever --db is omitted from the CLI.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63640" y="315468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33558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 — test_mtf_render.py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37960" y="3803904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374904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Asserts panels B and C reference the IDENTICAL Channel object as A — proves the M5 channel is reused, not recomputed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37960" y="4370832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/>
          <p:nvPr/>
        </p:nvSpPr>
        <p:spPr>
          <a:xfrm>
            <a:off x="6720840" y="431596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centroid variants load and populate the channel correctly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37960" y="4937760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9" name="Text 27"/>
          <p:cNvSpPr/>
          <p:nvPr/>
        </p:nvSpPr>
        <p:spPr>
          <a:xfrm>
            <a:off x="6720840" y="4882896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produces a non-trivial PNG file (size-checked)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 — Executive Overview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 Overview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libraries and platforms in play, grouped by function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45920"/>
            <a:ext cx="502920" cy="50292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08760" y="1691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Production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MQL5 (MetaTrader 5 indicator language); Windows VPS (Contabo) runtime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645920"/>
            <a:ext cx="502920" cy="50292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257800" y="1691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Processing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17720" y="233172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3, argparse CLIs; hand-ported calc logic (DBSCAN, K-means, WLS) — no sklearn substitution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645920"/>
            <a:ext cx="502920" cy="50292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06840" y="1691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66760" y="233172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sqlite3 (stdlib) — WAL mode, staging tables + market_data outbox, schema-versioned SQL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640080" y="3913632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8680" y="4142232"/>
            <a:ext cx="502920" cy="50292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42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08760" y="41879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68680" y="4828032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+ urllib3 Retry/HTTPAdapter (pooling, backoff); JSON Schema draft 2020-12 contract; Railway API Gateway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4389120" y="3913632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17720" y="4142232"/>
            <a:ext cx="502920" cy="50292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4142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57800" y="41879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617720" y="4828032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+ numpy (Generator-seeded fixtures); matplotlib Agg backend + matplotlib.dates — real time-axis, not mplfinance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8138160" y="3913632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66760" y="4142232"/>
            <a:ext cx="502920" cy="502920"/>
          </a:xfrm>
          <a:prstGeom prst="ellipse">
            <a:avLst/>
          </a:prstGeom>
          <a:solidFill>
            <a:srgbClr val="1B2340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0" y="4142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C8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006840" y="41879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Ops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NSSM (3 auto-restarting Windows services); RotatingFileHandler logs; signal-based graceful shutdown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 — Executive Overview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389120"/>
            <a:ext cx="3291840" cy="3291840"/>
          </a:xfrm>
          <a:prstGeom prst="ellipse">
            <a:avLst/>
          </a:prstGeom>
          <a:solidFill>
            <a:srgbClr val="C9A227">
              <a:alpha val="7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Dependency &amp; Next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downstream consumers wait on the same open item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C9A227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645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timestamp_adj normalisation is still a placeholder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0116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41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MQL5 source exports the same bar with a different sub-bar timestamp phase. The collector currently fills timestamp_adj with a documented placeholder (round(raw/tf)*tf). This blocks a green cross-source validation run in the pipeline, and it caps live M5→M15 overlay fidelity in the visualisation — golden/sample data renders exactly; live data will not until this is resolved.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5257800" cy="2880360"/>
          </a:xfrm>
          <a:prstGeom prst="roundRect">
            <a:avLst>
              <a:gd name="adj" fmla="val 2540"/>
            </a:avLst>
          </a:prstGeom>
          <a:solidFill>
            <a:srgbClr val="1B234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7472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— REMAINING WORK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39867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3931920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Timestamp-conversion stack — gating for end-to-end validation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4700016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4645152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migration — implement nullable-field, idempotent-upsert contract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" y="541324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5358384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Windowed-anchor handling — re-anchoring procedure for Fractal/Resistance/Support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5257800" cy="2880360"/>
          </a:xfrm>
          <a:prstGeom prst="roundRect">
            <a:avLst>
              <a:gd name="adj" fmla="val 2540"/>
            </a:avLst>
          </a:prstGeom>
          <a:solidFill>
            <a:srgbClr val="1B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47472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— CURRENT STATE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37960" y="39867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7"/>
          <p:cNvSpPr/>
          <p:nvPr/>
        </p:nvSpPr>
        <p:spPr>
          <a:xfrm>
            <a:off x="6739128" y="3931920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correctly today against a synthetic fixture (fixture.py) — no live DB required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37960" y="4700016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739128" y="4645152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market_data directly via --db flag; no recomputation of indicators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37960" y="541324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3" name="Text 21"/>
          <p:cNvSpPr/>
          <p:nvPr/>
        </p:nvSpPr>
        <p:spPr>
          <a:xfrm>
            <a:off x="6739128" y="5358384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blocking: noted as a known limitation, not a defect, for first render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Architecture — Executive Overview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XAUUSD Pipeline + Multi-Timeframe Visualisation — Combined Architecture (Deep Dive)</dc:title>
  <dc:subject>PptxGenJS Presentation</dc:subject>
  <dc:creator>Davin</dc:creator>
  <cp:lastModifiedBy>Davin</cp:lastModifiedBy>
  <cp:revision>1</cp:revision>
  <dcterms:created xsi:type="dcterms:W3CDTF">2026-07-02T16:23:09Z</dcterms:created>
  <dcterms:modified xsi:type="dcterms:W3CDTF">2026-07-02T16:23:09Z</dcterms:modified>
</cp:coreProperties>
</file>