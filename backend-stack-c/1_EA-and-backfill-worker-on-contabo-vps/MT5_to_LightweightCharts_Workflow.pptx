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63240"/>
            <a:ext cx="1216152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MT5 TERMINALS  →  TRADINGVIEW LIGHTWEIGHT CHARTS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— Executive Overview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XAUUSD data pipeline + multi-timeframe visualisation, combined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bar, from the MT5 chart to an interactive web chart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635240" cy="4114800"/>
          </a:xfrm>
          <a:prstGeom prst="roundRect">
            <a:avLst>
              <a:gd name="adj" fmla="val 1333"/>
            </a:avLst>
          </a:prstGeom>
          <a:solidFill>
            <a:srgbClr val="EDEFF7"/>
          </a:solidFill>
          <a:ln w="12700">
            <a:solidFill>
              <a:srgbClr val="AEB9D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148132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CONTABO VPS (Windows) — one host, one SQLite file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47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21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indicators, XAUUSD M5+M15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Auto-export .txt every 1 min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947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+ Calc Stack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221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export_collector_validator_v2.py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calculate → promote (in-process)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85800" y="301752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xauusd.db (SQLite)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364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market_data, 79 cols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3000-bar retention trigger + incremental_vacuum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389120" y="301752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mtf-panels Read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3364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FastAPI wrapping mtf_render.data_source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build_panels() — zero duplicate logic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685800" y="416052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4E7F0"/>
          </a:solidFill>
          <a:ln w="9525">
            <a:solidFill>
              <a:srgbClr val="AEB9D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22960" y="42153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Push Worker → Railway Gateway (NestJS)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82296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consumers, unrelated to this chart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389120" y="416052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4E7F0"/>
          </a:solidFill>
          <a:ln w="9525">
            <a:solidFill>
              <a:srgbClr val="AEB9D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526280" y="42153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mtf_render → static 3-panel PNG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52628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SQLite, ops/internal tool, unchanged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377440" y="2743200"/>
            <a:ext cx="0" cy="274320"/>
          </a:xfrm>
          <a:prstGeom prst="line">
            <a:avLst/>
          </a:prstGeom>
          <a:noFill/>
          <a:ln w="19050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80760" y="2743200"/>
            <a:ext cx="0" cy="274320"/>
          </a:xfrm>
          <a:prstGeom prst="line">
            <a:avLst/>
          </a:prstGeom>
          <a:noFill/>
          <a:ln w="19050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96512" y="2308860"/>
            <a:ext cx="265176" cy="0"/>
          </a:xfrm>
          <a:prstGeom prst="line">
            <a:avLst/>
          </a:prstGeom>
          <a:noFill/>
          <a:ln w="19050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096512" y="3451860"/>
            <a:ext cx="265176" cy="0"/>
          </a:xfrm>
          <a:prstGeom prst="line">
            <a:avLst/>
          </a:prstGeom>
          <a:noFill/>
          <a:ln w="19050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92440" y="3451860"/>
            <a:ext cx="50292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41080" y="2697480"/>
            <a:ext cx="3108960" cy="1508760"/>
          </a:xfrm>
          <a:prstGeom prst="roundRect">
            <a:avLst>
              <a:gd name="adj" fmla="val 363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805672" y="280720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805672" y="3081528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TradingView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Charts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805672" y="3721608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 + channel overlay, per panel A/B/C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Postgres in this data path — fractal/trendline/ZigZag fields recompute over a rolling window and are not stable, appendable timeseries. SQLite stays the single source of truth; the read API reuses it directly.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→ TradingView Lightweight Charts — Executive Overview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Contabo VPS — Internal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Windows host, five processes, one shared SQLite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38404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37160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63240" y="1371600"/>
            <a:ext cx="4160520" cy="38404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7" name="Text 5"/>
          <p:cNvSpPr/>
          <p:nvPr/>
        </p:nvSpPr>
        <p:spPr>
          <a:xfrm>
            <a:off x="3172968" y="1371600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223760" y="1371600"/>
            <a:ext cx="4389120" cy="384048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7333488" y="1371600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/ Writes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755648"/>
            <a:ext cx="2514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755648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63240" y="1755648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1755648"/>
            <a:ext cx="3941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terminal64.exe + 12 MQL5 indicators, XAUUSD M5+M15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23760" y="1755648"/>
            <a:ext cx="4389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3488" y="1755648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12 .txt files/min → local Files/ folder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414016"/>
            <a:ext cx="2514600" cy="658368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414016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MT5Collector (NSSM)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63240" y="2414016"/>
            <a:ext cx="4160520" cy="658368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2414016"/>
            <a:ext cx="3941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export_collector_validator_v2.py + calc stack (in-process)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23760" y="2414016"/>
            <a:ext cx="4389120" cy="658368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3488" y="2414016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.txt files  →  Writes: xauusd.db (staging + market_data)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072384"/>
            <a:ext cx="2514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072384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MT5PushWorker (NSSM)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63240" y="3072384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2968" y="3072384"/>
            <a:ext cx="3941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backfill_worker_api_gateway_v5.py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3072384"/>
            <a:ext cx="4389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3488" y="3072384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xauusd.db (unsynced rows)  →  Writes: HTTPS POST out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730752"/>
            <a:ext cx="2514600" cy="658368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730752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MT5Relay (NSSM, optional)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63240" y="3730752"/>
            <a:ext cx="4160520" cy="658368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72968" y="3730752"/>
            <a:ext cx="3941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mt5_api_relay_for_v2_29.py — legacy EA socket relay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3730752"/>
            <a:ext cx="4389120" cy="658368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33488" y="3730752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EA socket feed  →  Writes: HTTPS POST out (same endpoint)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389120"/>
            <a:ext cx="2514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38912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mtf-panels API (new)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63240" y="438912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72968" y="4389120"/>
            <a:ext cx="3941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wrapping mtf_render.data_source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23760" y="4389120"/>
            <a:ext cx="4389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3488" y="4389120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xauusd.db (SELECT only)  →  Serves: HTTPS GET, inbound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5047488"/>
            <a:ext cx="2514600" cy="658368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047488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mtf_render (CLI/scheduled)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063240" y="5047488"/>
            <a:ext cx="4160520" cy="658368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72968" y="5047488"/>
            <a:ext cx="3941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matplotlib, run on-demand or via Task Scheduler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23760" y="5047488"/>
            <a:ext cx="4389120" cy="658368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33488" y="5047488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xauusd.db (SELECT only)  →  Writes: local PNG, no network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" y="58887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sit on the SAME machine. xauusd.db is the hub every process reads or writes locally — nothing here talks to Railway or Vercel except the two rows explicitly marked "HTTPS POST/GET" above.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→ TradingView Lightweight Charts — Executive Overview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Outbound Paths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share only their upstream source — not each other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4297680"/>
          </a:xfrm>
          <a:prstGeom prst="roundRect">
            <a:avLst>
              <a:gd name="adj" fmla="val 1489"/>
            </a:avLst>
          </a:prstGeom>
          <a:solidFill>
            <a:srgbClr val="1B2340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SYNC / INGEST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Worker + Relay  →  Railway Gateway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5694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2514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POST from the VPS to the NestJS Gateway on Railway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3319272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32644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validates + idempotently upserts, queues internally (Bull/Redis)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4069080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" y="401421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that Gateway's OWN downstream consumers — out of scope here, and unrelated to charts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4818888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476402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at Railway. Nothing here forwards to Vercel.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55080" y="1463040"/>
            <a:ext cx="525780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6459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CHART READ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mtf-panels API  →  Vercel (Next.js + Lightweight Charts)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569464"/>
            <a:ext cx="73152" cy="7315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2514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GET from Vercel's Next.js server directly to the VPS's read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3319272"/>
            <a:ext cx="73152" cy="7315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6784848" y="32644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mtf_render.data_source unchanged, reads xauusd.db directly (SELECT only)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4069080"/>
            <a:ext cx="73152" cy="7315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3" name="Text 21"/>
          <p:cNvSpPr/>
          <p:nvPr/>
        </p:nvSpPr>
        <p:spPr>
          <a:xfrm>
            <a:off x="6784848" y="401421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JSON panels (candles + channel), rendered client-side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4818888"/>
            <a:ext cx="73152" cy="7315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784848" y="476402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touches Railway, Redis, or the Gateway in any way.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i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misreading to avoid: the diagram's left-to-right layout does NOT mean Path A feeds into Path B. Both start at the same xauusd.db and diverge immediately — matplotlib/mtf_render never passes through Railway, and Railway never reaches Vercel.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→ TradingView Lightweight Charts — Executive Overview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Railway Gateway — Internal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Ingest-only. No route here leads to Vercel.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LAYER (NestJS)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ApiKeyGuard + ThrottlerGuard authenticate and rate-limit the Push Worker's POST. DTO validation checks the body against gateway_contract_market_data.schema.json (v6, 79-field XAUUSD contract). Idempotent upsert key: (symbol, timeframe, timestamp).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554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+ DOWNSTREAM (Bull / Redis)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37960" y="19202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rows are enqueued internally (Railway Redis, Bull). A queue consumer drains them to whatever THIS gateway's own product needs downstream — out of scope for the chart work, and not something this pipeline controls or depends 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1B2340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03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CONTRACT (per gateway_contract_market_data.schema.json)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41696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114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200/201 → accepted/upserted; Push Worker stamps market_data.synced_at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914400" y="4645152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5902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→ Push Worker quarantines to rejected_rows.jsonl; replayed later via replay_quarantine.py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914400" y="5120640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506577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401/403 → worker halts, needs an operator; 429 → honors Retry-After; 5xx → retries with backoff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914400" y="52852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endpoint, queue, or process in this service calls out to Vercel. The chart frontend never sends a request here and never receives one from here.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→ TradingView Lightweight Charts — Executive Overview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— Internal Stack &amp; Connection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frontend actually reaches the VPS — directly, not via Railway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SIDE (Next.js API route)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Next.js route (e.g. /api/mtf-panels) proxies the request server-side to the VPS's mtf-panels endpoint. Keeps the VPS's tunnel URL and API key out of the browser bundle.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554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(React component)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37960" y="19202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Lightweight Charts: 3 panels (A/B/C), each 1 candlestick series + 3 line series (uoedt/base_fl/loedt). Variant dropdown (6 options) re-fetches; polls every 30-60s.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76200" dist="25400" dir="5400000">
              <a:srgbClr val="1B23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520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CONNECTION — direct, single hop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(Next.js server)  —HTTPS GET, via tunnel + API key—→  Contabo VPS mtf-panels API  —local SELECT—→  xauusd.db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entire path. Railway, Bull, and Redis are not part of it — they belong to Path A on the previous slide, a separate consumer of the same xauusd.db.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note: the VPS must expose this one read-only endpoint inbound (e.g. Cloudflare Tunnel), narrowly scoped and authenticated — everything else on that machine still only calls out.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→ TradingView Lightweight Charts — Executive Overview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Stack, by Hop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host groupings as the diagram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31920" y="1417320"/>
            <a:ext cx="4846320" cy="45720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78240" y="1417320"/>
            <a:ext cx="2743200" cy="45720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891540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74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1874520"/>
            <a:ext cx="4846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1874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MQL5 (12 indicators)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778240" y="187452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Contabo VPS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423160"/>
            <a:ext cx="3291840" cy="548640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423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+ Calc Stack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2423160"/>
            <a:ext cx="4846320" cy="548640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(stdlib + pandas)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78240" y="2423160"/>
            <a:ext cx="2743200" cy="548640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Contabo VPS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97180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xauusd.db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2971800"/>
            <a:ext cx="4846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(WAL, incremental_vacuum)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778240" y="297180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Contabo VPS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520440"/>
            <a:ext cx="3291840" cy="548640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mtf-panels Read 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31920" y="3520440"/>
            <a:ext cx="4846320" cy="548640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69080" y="3520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78240" y="3520440"/>
            <a:ext cx="2743200" cy="548640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Contabo VPS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06908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069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Worker → Gateway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31920" y="4069080"/>
            <a:ext cx="4846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908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NestJS / Bull / Redis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778240" y="406908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1540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Contabo VPS → Railway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4617720"/>
            <a:ext cx="3291840" cy="548640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mtf_render (ops)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931920" y="4617720"/>
            <a:ext cx="4846320" cy="548640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69080" y="4617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(matplotlib)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778240" y="4617720"/>
            <a:ext cx="2743200" cy="548640"/>
          </a:xfrm>
          <a:prstGeom prst="rect">
            <a:avLst/>
          </a:prstGeom>
          <a:solidFill>
            <a:srgbClr val="EDEFF7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1540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Contabo VPS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516636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frontend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931920" y="5166360"/>
            <a:ext cx="4846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9080" y="5166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TradingView Lightweight Charts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778240" y="51663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F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15400" y="5166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→ TradingView Lightweight Charts — Executive Overview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2026-07-04T04:14:43Z</dcterms:created>
  <dcterms:modified xsi:type="dcterms:W3CDTF">2026-07-04T04:14:43Z</dcterms:modified>
</cp:coreProperties>
</file>