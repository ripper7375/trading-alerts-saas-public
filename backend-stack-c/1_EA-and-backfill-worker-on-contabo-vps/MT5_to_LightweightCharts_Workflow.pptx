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41A3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063240"/>
            <a:ext cx="1216152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MT5 TERMINALS  →  TRADINGVIEW LIGHTWEIGHT CHARTS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3200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Architecture — Executive Overview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XAUUSD data pipeline + multi-timeframe visualisation, combined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Workflow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bar, from the MT5 chart to an interactive web chart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7635240" cy="4114800"/>
          </a:xfrm>
          <a:prstGeom prst="roundRect">
            <a:avLst>
              <a:gd name="adj" fmla="val 1333"/>
            </a:avLst>
          </a:prstGeom>
          <a:solidFill>
            <a:srgbClr val="EDEFF7"/>
          </a:solidFill>
          <a:ln w="12700">
            <a:solidFill>
              <a:srgbClr val="AEB9D6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40080" y="1481328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CONTABO VPS (Windows) — one host, one SQLite file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1874520"/>
            <a:ext cx="3383280" cy="868680"/>
          </a:xfrm>
          <a:prstGeom prst="roundRect">
            <a:avLst>
              <a:gd name="adj" fmla="val 6316"/>
            </a:avLst>
          </a:prstGeom>
          <a:solidFill>
            <a:srgbClr val="1B2340"/>
          </a:solidFill>
          <a:ln/>
          <a:effectLst>
            <a:outerShdw sx="100000" sy="100000" kx="0" ky="0" algn="bl" rotWithShape="0" blurRad="76200" dist="25400" dir="5400000">
              <a:srgbClr val="1B234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9476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4C8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MT5 Terminal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2219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indicators, XAUUSD M5+M15</a:t>
            </a:r>
            <a:endParaRPr lang="en-US" sz="8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Auto-export .txt every 1 min</a:t>
            </a:r>
            <a:endParaRPr lang="en-US" sz="830" dirty="0"/>
          </a:p>
        </p:txBody>
      </p:sp>
      <p:sp>
        <p:nvSpPr>
          <p:cNvPr id="9" name="Shape 7"/>
          <p:cNvSpPr/>
          <p:nvPr/>
        </p:nvSpPr>
        <p:spPr>
          <a:xfrm>
            <a:off x="4389120" y="1874520"/>
            <a:ext cx="33832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34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26280" y="19476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Collector + Calc Stack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26280" y="22219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export_collector_validator_v2.py</a:t>
            </a:r>
            <a:endParaRPr lang="en-US" sz="8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→ calculate → promote (in-process)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685800" y="3017520"/>
            <a:ext cx="3383280" cy="868680"/>
          </a:xfrm>
          <a:prstGeom prst="roundRect">
            <a:avLst>
              <a:gd name="adj" fmla="val 6316"/>
            </a:avLst>
          </a:prstGeom>
          <a:solidFill>
            <a:srgbClr val="1B2340"/>
          </a:solidFill>
          <a:ln/>
          <a:effectLst>
            <a:outerShdw sx="100000" sy="100000" kx="0" ky="0" algn="bl" rotWithShape="0" blurRad="76200" dist="25400" dir="5400000">
              <a:srgbClr val="1B234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2960" y="30906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4C8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xauusd.db (SQLite)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33649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market_data, 79 cols</a:t>
            </a:r>
            <a:endParaRPr lang="en-US" sz="8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3000-bar retention trigger + incremental_vacuum</a:t>
            </a:r>
            <a:endParaRPr lang="en-US" sz="830" dirty="0"/>
          </a:p>
        </p:txBody>
      </p:sp>
      <p:sp>
        <p:nvSpPr>
          <p:cNvPr id="15" name="Shape 13"/>
          <p:cNvSpPr/>
          <p:nvPr/>
        </p:nvSpPr>
        <p:spPr>
          <a:xfrm>
            <a:off x="4389120" y="3017520"/>
            <a:ext cx="33832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34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26280" y="30906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mtf-panels Read API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26280" y="33649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FastAPI wrapping mtf_render.data_source</a:t>
            </a:r>
            <a:endParaRPr lang="en-US" sz="8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Reuses build_panels() — zero duplicate logic</a:t>
            </a:r>
            <a:endParaRPr lang="en-US" sz="830" dirty="0"/>
          </a:p>
        </p:txBody>
      </p:sp>
      <p:sp>
        <p:nvSpPr>
          <p:cNvPr id="18" name="Shape 16"/>
          <p:cNvSpPr/>
          <p:nvPr/>
        </p:nvSpPr>
        <p:spPr>
          <a:xfrm>
            <a:off x="685800" y="4160520"/>
            <a:ext cx="3383280" cy="868680"/>
          </a:xfrm>
          <a:prstGeom prst="roundRect">
            <a:avLst>
              <a:gd name="adj" fmla="val 5263"/>
            </a:avLst>
          </a:prstGeom>
          <a:solidFill>
            <a:srgbClr val="E4E7F0"/>
          </a:solidFill>
          <a:ln w="9525">
            <a:solidFill>
              <a:srgbClr val="AEB9D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822960" y="42336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b="1" i="1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Also: Push Worker → Railway Gateway (NestJS)</a:t>
            </a:r>
            <a:endParaRPr lang="en-US" sz="830" dirty="0"/>
          </a:p>
        </p:txBody>
      </p:sp>
      <p:sp>
        <p:nvSpPr>
          <p:cNvPr id="20" name="Text 18"/>
          <p:cNvSpPr/>
          <p:nvPr/>
        </p:nvSpPr>
        <p:spPr>
          <a:xfrm>
            <a:off x="822960" y="45079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i="1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Durable, validated copy for other backend consumers (alerts, analytics) — idempotent HTTP upserts, unrelated to this chart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4389120" y="4160520"/>
            <a:ext cx="3383280" cy="868680"/>
          </a:xfrm>
          <a:prstGeom prst="roundRect">
            <a:avLst>
              <a:gd name="adj" fmla="val 5263"/>
            </a:avLst>
          </a:prstGeom>
          <a:solidFill>
            <a:srgbClr val="E4E7F0"/>
          </a:solidFill>
          <a:ln w="9525">
            <a:solidFill>
              <a:srgbClr val="AEB9D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4526280" y="42336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b="1" i="1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Also: mtf_render → static 3-panel PNG</a:t>
            </a:r>
            <a:endParaRPr lang="en-US" sz="830" dirty="0"/>
          </a:p>
        </p:txBody>
      </p:sp>
      <p:sp>
        <p:nvSpPr>
          <p:cNvPr id="23" name="Text 21"/>
          <p:cNvSpPr/>
          <p:nvPr/>
        </p:nvSpPr>
        <p:spPr>
          <a:xfrm>
            <a:off x="4526280" y="45079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i="1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SQLite, ops/internal tool, unchanged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2377440" y="2743200"/>
            <a:ext cx="0" cy="274320"/>
          </a:xfrm>
          <a:prstGeom prst="line">
            <a:avLst/>
          </a:prstGeom>
          <a:noFill/>
          <a:ln w="19050">
            <a:solidFill>
              <a:srgbClr val="1B234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080760" y="2743200"/>
            <a:ext cx="0" cy="274320"/>
          </a:xfrm>
          <a:prstGeom prst="line">
            <a:avLst/>
          </a:prstGeom>
          <a:noFill/>
          <a:ln w="19050">
            <a:solidFill>
              <a:srgbClr val="1B234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096512" y="2308860"/>
            <a:ext cx="265176" cy="0"/>
          </a:xfrm>
          <a:prstGeom prst="line">
            <a:avLst/>
          </a:prstGeom>
          <a:noFill/>
          <a:ln w="19050">
            <a:solidFill>
              <a:srgbClr val="1B2340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096512" y="3451860"/>
            <a:ext cx="265176" cy="0"/>
          </a:xfrm>
          <a:prstGeom prst="line">
            <a:avLst/>
          </a:prstGeom>
          <a:noFill/>
          <a:ln w="19050">
            <a:solidFill>
              <a:srgbClr val="1B234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092440" y="3451860"/>
            <a:ext cx="502920" cy="0"/>
          </a:xfrm>
          <a:prstGeom prst="line">
            <a:avLst/>
          </a:prstGeom>
          <a:noFill/>
          <a:ln w="28575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641080" y="2697480"/>
            <a:ext cx="3108960" cy="1508760"/>
          </a:xfrm>
          <a:prstGeom prst="roundRect">
            <a:avLst>
              <a:gd name="adj" fmla="val 3636"/>
            </a:avLst>
          </a:prstGeom>
          <a:solidFill>
            <a:srgbClr val="1B2340"/>
          </a:solidFill>
          <a:ln/>
          <a:effectLst>
            <a:outerShdw sx="100000" sy="100000" kx="0" ky="0" algn="bl" rotWithShape="0" blurRad="76200" dist="25400" dir="5400000">
              <a:srgbClr val="1B2340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805672" y="2807208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805672" y="3081528"/>
            <a:ext cx="2779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+ TradingView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Charts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805672" y="3721608"/>
            <a:ext cx="2779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Candles + channel overlay, per panel A/B/C</a:t>
            </a:r>
            <a:endParaRPr lang="en-US" sz="830" dirty="0"/>
          </a:p>
        </p:txBody>
      </p:sp>
      <p:sp>
        <p:nvSpPr>
          <p:cNvPr id="33" name="Text 31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Postgres in this data path — fractal/trendline/ZigZag fields recompute over a rolling window and are not stable, appendable timeseries. SQLite stays the single source of truth; the read API reuses it directly.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MT5 → TradingView Lightweight Charts — Executive Overview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Contabo VPS — Internal Stack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Windows host, five processes, one shared SQLite file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514600" cy="384048"/>
          </a:xfrm>
          <a:prstGeom prst="rect">
            <a:avLst/>
          </a:prstGeom>
          <a:solidFill>
            <a:srgbClr val="1B2340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371600"/>
            <a:ext cx="2295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63240" y="1371600"/>
            <a:ext cx="4160520" cy="384048"/>
          </a:xfrm>
          <a:prstGeom prst="rect">
            <a:avLst/>
          </a:prstGeom>
          <a:solidFill>
            <a:srgbClr val="1B2340"/>
          </a:solidFill>
          <a:ln/>
        </p:spPr>
      </p:sp>
      <p:sp>
        <p:nvSpPr>
          <p:cNvPr id="7" name="Text 5"/>
          <p:cNvSpPr/>
          <p:nvPr/>
        </p:nvSpPr>
        <p:spPr>
          <a:xfrm>
            <a:off x="3172968" y="1371600"/>
            <a:ext cx="3941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223760" y="1371600"/>
            <a:ext cx="4389120" cy="384048"/>
          </a:xfrm>
          <a:prstGeom prst="rect">
            <a:avLst/>
          </a:prstGeom>
          <a:solidFill>
            <a:srgbClr val="1B2340"/>
          </a:solidFill>
          <a:ln/>
        </p:spPr>
      </p:sp>
      <p:sp>
        <p:nvSpPr>
          <p:cNvPr id="9" name="Text 7"/>
          <p:cNvSpPr/>
          <p:nvPr/>
        </p:nvSpPr>
        <p:spPr>
          <a:xfrm>
            <a:off x="7333488" y="1371600"/>
            <a:ext cx="4169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/ Writes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1755648"/>
            <a:ext cx="25146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1755648"/>
            <a:ext cx="2295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MT5 Terminal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063240" y="1755648"/>
            <a:ext cx="41605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72968" y="1755648"/>
            <a:ext cx="3941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terminal64.exe + 12 MQL5 indicators, XAUUSD M5+M15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223760" y="1755648"/>
            <a:ext cx="43891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33488" y="1755648"/>
            <a:ext cx="4169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12 .txt files/min → local Files/ folder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2414016"/>
            <a:ext cx="2514600" cy="658368"/>
          </a:xfrm>
          <a:prstGeom prst="rect">
            <a:avLst/>
          </a:prstGeom>
          <a:solidFill>
            <a:srgbClr val="EDEFF7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414016"/>
            <a:ext cx="2295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MT5Collector (NSSM)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063240" y="2414016"/>
            <a:ext cx="4160520" cy="658368"/>
          </a:xfrm>
          <a:prstGeom prst="rect">
            <a:avLst/>
          </a:prstGeom>
          <a:solidFill>
            <a:srgbClr val="EDEFF7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72968" y="2414016"/>
            <a:ext cx="3941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export_collector_validator_v2.py + calc stack (in-process)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223760" y="2414016"/>
            <a:ext cx="4389120" cy="658368"/>
          </a:xfrm>
          <a:prstGeom prst="rect">
            <a:avLst/>
          </a:prstGeom>
          <a:solidFill>
            <a:srgbClr val="EDEFF7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33488" y="2414016"/>
            <a:ext cx="4169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.txt files  →  Writes: xauusd.db (staging + market_data)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072384"/>
            <a:ext cx="25146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" y="3072384"/>
            <a:ext cx="2295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MT5PushWorker (NSSM)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063240" y="3072384"/>
            <a:ext cx="41605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72968" y="3072384"/>
            <a:ext cx="3941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backfill_worker_api_gateway_v5.py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223760" y="3072384"/>
            <a:ext cx="43891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33488" y="3072384"/>
            <a:ext cx="4169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xauusd.db (unsynced rows)  →  Writes: HTTPS POST out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3730752"/>
            <a:ext cx="2514600" cy="658368"/>
          </a:xfrm>
          <a:prstGeom prst="rect">
            <a:avLst/>
          </a:prstGeom>
          <a:solidFill>
            <a:srgbClr val="EDEFF7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730752"/>
            <a:ext cx="2295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MT5Relay (NSSM, optional)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063240" y="3730752"/>
            <a:ext cx="4160520" cy="658368"/>
          </a:xfrm>
          <a:prstGeom prst="rect">
            <a:avLst/>
          </a:prstGeom>
          <a:solidFill>
            <a:srgbClr val="EDEFF7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172968" y="3730752"/>
            <a:ext cx="3941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mt5_api_relay_for_v2_29.py — legacy EA socket relay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223760" y="3730752"/>
            <a:ext cx="4389120" cy="658368"/>
          </a:xfrm>
          <a:prstGeom prst="rect">
            <a:avLst/>
          </a:prstGeom>
          <a:solidFill>
            <a:srgbClr val="EDEFF7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33488" y="3730752"/>
            <a:ext cx="4169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EA socket feed  →  Writes: HTTPS POST out (same endpoint)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8640" y="4389120"/>
            <a:ext cx="25146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8368" y="4389120"/>
            <a:ext cx="2295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mtf-panels API (new)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063240" y="4389120"/>
            <a:ext cx="41605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172968" y="4389120"/>
            <a:ext cx="3941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wrapping mtf_render.data_source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223760" y="4389120"/>
            <a:ext cx="43891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33488" y="4389120"/>
            <a:ext cx="4169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xauusd.db (SELECT only)  →  Serves: HTTPS GET, inbound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48640" y="5047488"/>
            <a:ext cx="2514600" cy="658368"/>
          </a:xfrm>
          <a:prstGeom prst="rect">
            <a:avLst/>
          </a:prstGeom>
          <a:solidFill>
            <a:srgbClr val="EDEFF7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5047488"/>
            <a:ext cx="2295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mtf_render (CLI/scheduled)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63240" y="5047488"/>
            <a:ext cx="4160520" cy="658368"/>
          </a:xfrm>
          <a:prstGeom prst="rect">
            <a:avLst/>
          </a:prstGeom>
          <a:solidFill>
            <a:srgbClr val="EDEFF7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172968" y="5047488"/>
            <a:ext cx="3941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matplotlib, run on-demand or via Task Scheduler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23760" y="5047488"/>
            <a:ext cx="4389120" cy="658368"/>
          </a:xfrm>
          <a:prstGeom prst="rect">
            <a:avLst/>
          </a:prstGeom>
          <a:solidFill>
            <a:srgbClr val="EDEFF7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333488" y="5047488"/>
            <a:ext cx="4169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xauusd.db (SELECT only)  →  Writes: local PNG, no network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40080" y="5888736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i="1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sit on the SAME machine. xauusd.db is the hub every process reads or writes locally — nothing here talks to Railway or Vercel except the two rows explicitly marked "HTTPS POST/GET" above.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MT5 → TradingView Lightweight Charts — Executive Overview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Independent Outbound Paths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share only their upstream source — not each other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257800" cy="4297680"/>
          </a:xfrm>
          <a:prstGeom prst="roundRect">
            <a:avLst>
              <a:gd name="adj" fmla="val 1489"/>
            </a:avLst>
          </a:prstGeom>
          <a:solidFill>
            <a:srgbClr val="1B2340"/>
          </a:solidFill>
          <a:ln/>
          <a:effectLst>
            <a:outerShdw sx="100000" sy="100000" kx="0" ky="0" algn="bl" rotWithShape="0" blurRad="76200" dist="25400" dir="5400000">
              <a:srgbClr val="1B234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4592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SYNC / INGEST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Worker + Relay  →  Railway Gateway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68680" y="2569464"/>
            <a:ext cx="73152" cy="7315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8" name="Text 6"/>
          <p:cNvSpPr/>
          <p:nvPr/>
        </p:nvSpPr>
        <p:spPr>
          <a:xfrm>
            <a:off x="1069848" y="25146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POST from the VPS to the NestJS Gateway on Railway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68680" y="3319272"/>
            <a:ext cx="73152" cy="7315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1069848" y="326440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validates + idempotently upserts, queues internally (Bull/Redis)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8680" y="4069080"/>
            <a:ext cx="73152" cy="7315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1069848" y="4014216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gives other backend consumers (alerts, analytics, etc.) a durable, validated copy of market_data — a different job than rendering a chart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68680" y="4818888"/>
            <a:ext cx="73152" cy="7315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4764024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at Railway. Nothing here forwards to Vercel.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355080" y="1463040"/>
            <a:ext cx="5257800" cy="4297680"/>
          </a:xfrm>
          <a:prstGeom prst="roundRect">
            <a:avLst>
              <a:gd name="adj" fmla="val 14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34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0" y="164592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CHART READ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0" y="20116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mtf-panels API  →  Vercel (Next.js + Lightweight Charts)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83680" y="2569464"/>
            <a:ext cx="73152" cy="7315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9" name="Text 17"/>
          <p:cNvSpPr/>
          <p:nvPr/>
        </p:nvSpPr>
        <p:spPr>
          <a:xfrm>
            <a:off x="6784848" y="25146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GET from Vercel's Next.js server directly to the VPS's read API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583680" y="3319272"/>
            <a:ext cx="73152" cy="7315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1" name="Text 19"/>
          <p:cNvSpPr/>
          <p:nvPr/>
        </p:nvSpPr>
        <p:spPr>
          <a:xfrm>
            <a:off x="6784848" y="326440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Reuses mtf_render.data_source unchanged, reads xauusd.db directly (SELECT only)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83680" y="4069080"/>
            <a:ext cx="73152" cy="7315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3" name="Text 21"/>
          <p:cNvSpPr/>
          <p:nvPr/>
        </p:nvSpPr>
        <p:spPr>
          <a:xfrm>
            <a:off x="6784848" y="4014216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is JSON panels (candles + channel), rendered client-side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583680" y="4818888"/>
            <a:ext cx="73152" cy="7315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5" name="Text 23"/>
          <p:cNvSpPr/>
          <p:nvPr/>
        </p:nvSpPr>
        <p:spPr>
          <a:xfrm>
            <a:off x="6784848" y="4764024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touches Railway, Redis, or the Gateway in any way.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b="1" i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misreading to avoid: the diagram's left-to-right layout does NOT mean Path A feeds into Path B. Both start at the same xauusd.db and diverge immediately — matplotlib/mtf_render never passes through Railway, and Railway never reaches Vercel.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MT5 → TradingView Lightweight Charts — Executive Overview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Railway Gateway — Internal Stack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Ingest-only. No route here leads to Vercel.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52578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34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55448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LAYER (NestJS)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14400" y="1920240"/>
            <a:ext cx="4709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ApiKeyGuard + ThrottlerGuard authenticate and rate-limit the Push Worker's POST. DTO validation checks the body against gateway_contract_market_data.schema.json (v6, 79-field XAUUSD contract). Idempotent upsert key: (symbol, timeframe, timestamp).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263640" y="1371600"/>
            <a:ext cx="52578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34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155448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+ DOWNSTREAM (Bull / Redis)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537960" y="1920240"/>
            <a:ext cx="4709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rows are enqueued internally (Railway Redis, Bull). Purpose: give some other backend system — e.g. an alerts engine or analytics store — a durable, validated copy of market_data via idempotent HTTP upserts. That consumer is out of scope for the chart work, and this pipeline does not depend on it.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10881360" cy="2148840"/>
          </a:xfrm>
          <a:prstGeom prst="roundRect">
            <a:avLst>
              <a:gd name="adj" fmla="val 3404"/>
            </a:avLst>
          </a:prstGeom>
          <a:solidFill>
            <a:srgbClr val="1B2340"/>
          </a:solidFill>
          <a:ln/>
          <a:effectLst>
            <a:outerShdw sx="100000" sy="100000" kx="0" ky="0" algn="bl" rotWithShape="0" blurRad="76200" dist="25400" dir="5400000">
              <a:srgbClr val="1B234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370332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CONTRACT (per gateway_contract_market_data.schema.json)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914400" y="4169664"/>
            <a:ext cx="73152" cy="7315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41148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7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200/201 → accepted/upserted; Push Worker stamps market_data.synced_at</a:t>
            </a:r>
            <a:endParaRPr lang="en-US" sz="970" dirty="0"/>
          </a:p>
        </p:txBody>
      </p:sp>
      <p:sp>
        <p:nvSpPr>
          <p:cNvPr id="14" name="Shape 12"/>
          <p:cNvSpPr/>
          <p:nvPr/>
        </p:nvSpPr>
        <p:spPr>
          <a:xfrm>
            <a:off x="914400" y="4645152"/>
            <a:ext cx="73152" cy="7315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1115568" y="459028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7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→ Push Worker quarantines to rejected_rows.jsonl; replayed later via replay_quarantine.py</a:t>
            </a:r>
            <a:endParaRPr lang="en-US" sz="970" dirty="0"/>
          </a:p>
        </p:txBody>
      </p:sp>
      <p:sp>
        <p:nvSpPr>
          <p:cNvPr id="16" name="Shape 14"/>
          <p:cNvSpPr/>
          <p:nvPr/>
        </p:nvSpPr>
        <p:spPr>
          <a:xfrm>
            <a:off x="914400" y="5120640"/>
            <a:ext cx="73152" cy="7315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/>
          <p:nvPr/>
        </p:nvSpPr>
        <p:spPr>
          <a:xfrm>
            <a:off x="1115568" y="506577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70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401/403 → worker halts, needs an operator; 429 → honors Retry-After; 5xx → retries with backoff</a:t>
            </a:r>
            <a:endParaRPr lang="en-US" sz="970" dirty="0"/>
          </a:p>
        </p:txBody>
      </p:sp>
      <p:sp>
        <p:nvSpPr>
          <p:cNvPr id="18" name="Text 16"/>
          <p:cNvSpPr/>
          <p:nvPr/>
        </p:nvSpPr>
        <p:spPr>
          <a:xfrm>
            <a:off x="914400" y="528523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4C8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endpoint, queue, or process in this service calls out to Vercel. The chart frontend never sends a request here and never receives one from here.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MT5 → TradingView Lightweight Charts — Executive Overview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Vercel — Internal Stack &amp; Connection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frontend actually reaches the VPS — directly, not via Railway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52578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34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55448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SIDE (Next.js API route)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14400" y="192024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Next.js route (e.g. /api/mtf-panels) proxies the request server-side to the VPS's mtf-panels endpoint. Keeps the VPS's tunnel URL and API key out of the browser bundle.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263640" y="1371600"/>
            <a:ext cx="52578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34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155448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SIDE (React component)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537960" y="192024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TradingView Lightweight Charts: 3 panels (A/B/C), each 1 candlestick series + 3 line series (uoedt/base_fl/loedt). Variant dropdown (6 options) re-fetches; polls every 30-60s.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40080" y="3337560"/>
            <a:ext cx="10881360" cy="2331720"/>
          </a:xfrm>
          <a:prstGeom prst="roundRect">
            <a:avLst>
              <a:gd name="adj" fmla="val 3137"/>
            </a:avLst>
          </a:prstGeom>
          <a:solidFill>
            <a:srgbClr val="1B2340"/>
          </a:solidFill>
          <a:ln/>
          <a:effectLst>
            <a:outerShdw sx="100000" sy="100000" kx="0" ky="0" algn="bl" rotWithShape="0" blurRad="76200" dist="25400" dir="5400000">
              <a:srgbClr val="1B234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35204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CONNECTION — direct, single hop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14400" y="39319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(Next.js server)  —HTTPS GET, via tunnel + API key—→  Contabo VPS mtf-panels API  —local SELECT—→  xauusd.db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452628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70" i="1" dirty="0">
                <a:solidFill>
                  <a:srgbClr val="AEB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the entire path. Railway, Bull, and Redis are not part of it — they belong to Path A on the previous slide, a separate consumer of the same xauusd.db.</a:t>
            </a:r>
            <a:endParaRPr lang="en-US" sz="970" dirty="0"/>
          </a:p>
        </p:txBody>
      </p:sp>
      <p:sp>
        <p:nvSpPr>
          <p:cNvPr id="14" name="Text 12"/>
          <p:cNvSpPr/>
          <p:nvPr/>
        </p:nvSpPr>
        <p:spPr>
          <a:xfrm>
            <a:off x="914400" y="50749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E4C8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note: the VPS must expose this one read-only endpoint inbound (e.g. Cloudflare Tunnel), narrowly scoped and authenticated — everything else on that machine still only calls out.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MT5 → TradingView Lightweight Charts — Executive Overview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Stack, by Hop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host groupings as the diagram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3291840" cy="457200"/>
          </a:xfrm>
          <a:prstGeom prst="rect">
            <a:avLst/>
          </a:prstGeom>
          <a:solidFill>
            <a:srgbClr val="1B2340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931920" y="1417320"/>
            <a:ext cx="4846320" cy="457200"/>
          </a:xfrm>
          <a:prstGeom prst="rect">
            <a:avLst/>
          </a:prstGeom>
          <a:solidFill>
            <a:srgbClr val="1B2340"/>
          </a:solidFill>
          <a:ln/>
        </p:spPr>
      </p:sp>
      <p:sp>
        <p:nvSpPr>
          <p:cNvPr id="7" name="Text 5"/>
          <p:cNvSpPr/>
          <p:nvPr/>
        </p:nvSpPr>
        <p:spPr>
          <a:xfrm>
            <a:off x="4069080" y="14173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778240" y="1417320"/>
            <a:ext cx="2743200" cy="457200"/>
          </a:xfrm>
          <a:prstGeom prst="rect">
            <a:avLst/>
          </a:prstGeom>
          <a:solidFill>
            <a:srgbClr val="1B2340"/>
          </a:solidFill>
          <a:ln/>
        </p:spPr>
      </p:sp>
      <p:sp>
        <p:nvSpPr>
          <p:cNvPr id="9" name="Text 7"/>
          <p:cNvSpPr/>
          <p:nvPr/>
        </p:nvSpPr>
        <p:spPr>
          <a:xfrm>
            <a:off x="8915400" y="14173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1874520"/>
            <a:ext cx="32918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8745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MT5 Terminal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31920" y="1874520"/>
            <a:ext cx="48463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69080" y="18745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MQL5 (12 indicators)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778240" y="1874520"/>
            <a:ext cx="27432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1540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Contabo VPS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2423160"/>
            <a:ext cx="3291840" cy="548640"/>
          </a:xfrm>
          <a:prstGeom prst="rect">
            <a:avLst/>
          </a:prstGeom>
          <a:solidFill>
            <a:srgbClr val="EDEFF7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4231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Collector + Calc Stack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931920" y="2423160"/>
            <a:ext cx="4846320" cy="548640"/>
          </a:xfrm>
          <a:prstGeom prst="rect">
            <a:avLst/>
          </a:prstGeom>
          <a:solidFill>
            <a:srgbClr val="EDEFF7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69080" y="24231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(stdlib + pandas)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778240" y="2423160"/>
            <a:ext cx="2743200" cy="548640"/>
          </a:xfrm>
          <a:prstGeom prst="rect">
            <a:avLst/>
          </a:prstGeom>
          <a:solidFill>
            <a:srgbClr val="EDEFF7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15400" y="24231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Contabo VPS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2971800"/>
            <a:ext cx="32918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2971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xauusd.db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931920" y="2971800"/>
            <a:ext cx="48463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69080" y="29718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(WAL, incremental_vacuum)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778240" y="2971800"/>
            <a:ext cx="27432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15400" y="2971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Contabo VPS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0080" y="3520440"/>
            <a:ext cx="3291840" cy="548640"/>
          </a:xfrm>
          <a:prstGeom prst="rect">
            <a:avLst/>
          </a:prstGeom>
          <a:solidFill>
            <a:srgbClr val="EDEFF7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35204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mtf-panels Read API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931920" y="3520440"/>
            <a:ext cx="4846320" cy="548640"/>
          </a:xfrm>
          <a:prstGeom prst="rect">
            <a:avLst/>
          </a:prstGeom>
          <a:solidFill>
            <a:srgbClr val="EDEFF7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069080" y="35204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(FastAPI)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778240" y="3520440"/>
            <a:ext cx="2743200" cy="548640"/>
          </a:xfrm>
          <a:prstGeom prst="rect">
            <a:avLst/>
          </a:prstGeom>
          <a:solidFill>
            <a:srgbClr val="EDEFF7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15400" y="35204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Contabo VPS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40080" y="4069080"/>
            <a:ext cx="32918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40690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Worker → Gateway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931920" y="4069080"/>
            <a:ext cx="48463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69080" y="40690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→ NestJS / Bull / Redis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778240" y="4069080"/>
            <a:ext cx="27432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915400" y="40690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Contabo VPS → Railway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40080" y="4617720"/>
            <a:ext cx="3291840" cy="548640"/>
          </a:xfrm>
          <a:prstGeom prst="rect">
            <a:avLst/>
          </a:prstGeom>
          <a:solidFill>
            <a:srgbClr val="EDEFF7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77240" y="46177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mtf_render (ops)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931920" y="4617720"/>
            <a:ext cx="4846320" cy="548640"/>
          </a:xfrm>
          <a:prstGeom prst="rect">
            <a:avLst/>
          </a:prstGeom>
          <a:solidFill>
            <a:srgbClr val="EDEFF7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069080" y="46177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(matplotlib)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778240" y="4617720"/>
            <a:ext cx="2743200" cy="548640"/>
          </a:xfrm>
          <a:prstGeom prst="rect">
            <a:avLst/>
          </a:prstGeom>
          <a:solidFill>
            <a:srgbClr val="EDEFF7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915400" y="4617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Contabo VPS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40080" y="5166360"/>
            <a:ext cx="32918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77240" y="51663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frontend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931920" y="5166360"/>
            <a:ext cx="48463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069080" y="5166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+ TradingView Lightweight Charts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778240" y="5166360"/>
            <a:ext cx="27432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ADFE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915400" y="51663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MT5 → TradingView Lightweight Charts — Executive Overview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2026-07-05T00:13:07Z</dcterms:created>
  <dcterms:modified xsi:type="dcterms:W3CDTF">2026-07-05T00:13:07Z</dcterms:modified>
</cp:coreProperties>
</file>