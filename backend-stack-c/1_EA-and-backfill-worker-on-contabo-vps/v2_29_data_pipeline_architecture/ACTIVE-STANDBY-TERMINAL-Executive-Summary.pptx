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Where the market actually went</c:v>
                </c:pt>
              </c:strCache>
            </c:strRef>
          </c:tx>
          <c:spPr>
            <a:solidFill>
              <a:srgbClr val="B8860F"/>
            </a:solidFill>
            <a:ln w="44450" cap="flat">
              <a:solidFill>
                <a:srgbClr val="B886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860F"/>
              </a:solidFill>
              <a:ln w="9525" cap="flat">
                <a:solidFill>
                  <a:srgbClr val="B886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50</c:v>
                </c:pt>
                <c:pt idx="1">
                  <c:v>47</c:v>
                </c:pt>
                <c:pt idx="2">
                  <c:v>52</c:v>
                </c:pt>
                <c:pt idx="3">
                  <c:v>49</c:v>
                </c:pt>
                <c:pt idx="4">
                  <c:v>54</c:v>
                </c:pt>
                <c:pt idx="5">
                  <c:v>51</c:v>
                </c:pt>
                <c:pt idx="6">
                  <c:v>56</c:v>
                </c:pt>
                <c:pt idx="7">
                  <c:v>53</c:v>
                </c:pt>
                <c:pt idx="8">
                  <c:v>58</c:v>
                </c:pt>
                <c:pt idx="9">
                  <c:v>61</c:v>
                </c:pt>
                <c:pt idx="10">
                  <c:v>57</c:v>
                </c:pt>
                <c:pt idx="11">
                  <c:v>63</c:v>
                </c:pt>
                <c:pt idx="12">
                  <c:v>66</c:v>
                </c:pt>
                <c:pt idx="13">
                  <c:v>62</c:v>
                </c:pt>
                <c:pt idx="14">
                  <c:v>69</c:v>
                </c:pt>
                <c:pt idx="15">
                  <c:v>72</c:v>
                </c:pt>
                <c:pt idx="16">
                  <c:v>68</c:v>
                </c:pt>
                <c:pt idx="17">
                  <c:v>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What the tuned setting still expects</c:v>
                </c:pt>
              </c:strCache>
            </c:strRef>
          </c:tx>
          <c:spPr>
            <a:solidFill>
              <a:srgbClr val="2C5480"/>
            </a:solidFill>
            <a:ln w="44450" cap="flat">
              <a:solidFill>
                <a:srgbClr val="2C54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5480"/>
              </a:solidFill>
              <a:ln w="9525" cap="flat">
                <a:solidFill>
                  <a:srgbClr val="2C54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8465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of the active / hot-standby terminal design. Status: approved in principle on 12 Sep 2026, not yet built. Four beats: why we retune, what retuning costs today, the two-terminal fix, and the one catch that changes what gets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four-beat narrative. Beat 4 is the one that is not obvious from any existing diagram and is the reason the build is three terminals rather than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need. Indicator configurations are fitted to a recent window and go stale as the market forms new structure. Retuning is continuous administrator work, not an occasional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here: there is no outage today. The problem is mutation without provenance or control. A design that only prevented downtime would solve a problem this system does not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switch is a single argument on the collector service: which export directory it reads. Both terminals run and export continuously; only one folder is read. Promotion is that one argument plus a service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standby discipline rule from section 5.5. Between a promote and its confirmation, the demoted terminal is the only rollback path that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slide. It is the single most consequential finding and is not visible from the existing topology diagram. Four independent lanes read the same export directory; a naive switch silently kills two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B from section 3.3. Only the genuinely tunable surface alternates. The calendar exporter and the OHLCV exporters are parameterless dumpers, so alternating them would buy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 The completeness check is relative, not absolute — it verifies the sources agree with each other but never against the wall clock. A uniformly stale standby therefore validates clean. Threshold recommendation: 2 x TF_SECONDS, with the 105-second M5 margin explicitly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5.3 and 5.4. Row selection is oldest-first, so the chart repaints left to right and the newest bars change last. Be honest about rollback: it reverses the effect but does not restore the previous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7. Do not oversell. The gain worth emphasising is that a candidate running live on a standby is immune to both blockers on walk-forward validation — MT5 computes it directly, and every bar arrives genuinely out-of-sample.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order from section 8. Items 1 and 2 are dev-verifiable and independent. Items 3 and 4 need VPS console access. Caution for the build: do not re-run install_services.bat to apply the service changes — set the individual service properties directly, or the live credentials get overwritten with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terminals.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them is live.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the analysis tuned to a moving market — without changing the numbers under people's feet.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2011680" cy="0"/>
          </a:xfrm>
          <a:prstGeom prst="line">
            <a:avLst/>
          </a:prstGeom>
          <a:noFill/>
          <a:ln w="15875">
            <a:solidFill>
              <a:srgbClr val="2C54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937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hot-standby terminal design   ·   Approved in principle, 12 September 2026   ·   Not yet built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822192" cy="1417320"/>
          </a:xfrm>
          <a:prstGeom prst="roundRect">
            <a:avLst>
              <a:gd name="adj" fmla="val 5161"/>
            </a:avLst>
          </a:prstGeom>
          <a:solidFill>
            <a:srgbClr val="1C3A5F"/>
          </a:solidFill>
          <a:ln w="22225">
            <a:solidFill>
              <a:srgbClr val="B886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2121408"/>
            <a:ext cx="237744" cy="23774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67928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67928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this is what you see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4041648"/>
            <a:ext cx="3822192" cy="1417320"/>
          </a:xfrm>
          <a:prstGeom prst="roundRect">
            <a:avLst>
              <a:gd name="adj" fmla="val 5161"/>
            </a:avLst>
          </a:prstGeom>
          <a:solidFill>
            <a:srgbClr val="16263C"/>
          </a:solidFill>
          <a:ln w="15875">
            <a:solidFill>
              <a:srgbClr val="3346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4471416"/>
            <a:ext cx="237744" cy="237744"/>
          </a:xfrm>
          <a:prstGeom prst="ellipse">
            <a:avLst/>
          </a:prstGeom>
          <a:solidFill>
            <a:srgbClr val="4A5D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67928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4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67928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C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Rehearsing — nobody is watching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V="1">
            <a:off x="9720072" y="3246120"/>
            <a:ext cx="18288" cy="658368"/>
          </a:xfrm>
          <a:prstGeom prst="line">
            <a:avLst/>
          </a:prstGeom>
          <a:noFill/>
          <a:ln w="19050">
            <a:solidFill>
              <a:srgbClr val="2C5480"/>
            </a:solidFill>
            <a:prstDash val="dash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893808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swap places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 IN ONE MINUTE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start to finish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66544"/>
            <a:ext cx="420624" cy="42062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97480"/>
            <a:ext cx="1946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 move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456432"/>
            <a:ext cx="194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settings behind our channel drawings are fitted to how the market has recently behaved. The market keeps moving, so those settings go stale. Someone has to retune them — continuously.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0824" y="1755648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1720" y="2066544"/>
            <a:ext cx="420624" cy="42062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1720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1720" y="2697480"/>
            <a:ext cx="1946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retune live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01720" y="3456432"/>
            <a:ext cx="194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setting on the live terminal rewrites about two weeks of past values in place. Nothing anywhere records that it happened, or what the numbers used to be.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1755648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3904" y="2066544"/>
            <a:ext cx="420624" cy="42062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43904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43904" y="2697480"/>
            <a:ext cx="1946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a rehearsal room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43904" y="3456432"/>
            <a:ext cx="194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second terminal that nobody reads. Tune it there, check it by eye, then make it the live one with a single switch. The old one stays running as the undo.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5191" y="1755648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FBF4E2"/>
          </a:solidFill>
          <a:ln w="12700">
            <a:solidFill>
              <a:srgbClr val="FBF4E2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86087" y="2066544"/>
            <a:ext cx="420624" cy="420624"/>
          </a:xfrm>
          <a:prstGeom prst="ellipse">
            <a:avLst/>
          </a:prstGeom>
          <a:solidFill>
            <a:srgbClr val="A33B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86087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86087" y="2697480"/>
            <a:ext cx="1946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 worth knowing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86087" y="3456432"/>
            <a:ext cx="194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those terminals hand over is read by four separate systems, not one. Switch carelessly and two unrelated features stop working — with no error anywhere.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C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the same service, never offline — but change that is deliberate, checked before anyone sees it, and reversible.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THE NEED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settings keep going stale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60920" y="1783080"/>
            <a:ext cx="4282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lines we draw on the chart are fitted to a window of recent market behaviour. As price moves on, that fit stops describing what is actually happening now.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60920" y="3227832"/>
            <a:ext cx="146304" cy="14630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71816" y="3154680"/>
            <a:ext cx="3971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to yesterday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671816" y="3438144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settings describe a market that has already passed.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60920" y="4005072"/>
            <a:ext cx="146304" cy="14630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71816" y="3931920"/>
            <a:ext cx="3971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a little further each week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671816" y="4215384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breaks. It just gets steadily less right.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4782312"/>
            <a:ext cx="146304" cy="14630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71816" y="4709160"/>
            <a:ext cx="3971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human eye catches it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71816" y="4992624"/>
            <a:ext cx="3971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system raises a hand and says so.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5504688"/>
            <a:ext cx="4282135" cy="658368"/>
          </a:xfrm>
          <a:prstGeom prst="roundRect">
            <a:avLst>
              <a:gd name="adj" fmla="val 11111"/>
            </a:avLst>
          </a:prstGeom>
          <a:solidFill>
            <a:srgbClr val="FBF4E2"/>
          </a:solidFill>
          <a:ln w="12700">
            <a:solidFill>
              <a:srgbClr val="FBF4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98664" y="5641848"/>
            <a:ext cx="38066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retuning is not an occasional repair. It is routine, ongoing 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33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THE COST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retuning costs us right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2471852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956816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change a setting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42032"/>
            <a:ext cx="19963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one and only live terminal — because there is nowhere else to try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84500" y="2487168"/>
            <a:ext cx="274320" cy="170078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8" name="Shape 6"/>
          <p:cNvSpPr/>
          <p:nvPr/>
        </p:nvSpPr>
        <p:spPr>
          <a:xfrm>
            <a:off x="3422828" y="1755648"/>
            <a:ext cx="2471852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60572" y="1956816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recalculates the past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660572" y="2542032"/>
            <a:ext cx="19963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from now on. It redraws roughly two weeks of history behind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58688" y="2487168"/>
            <a:ext cx="274320" cy="170078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97016" y="1755648"/>
            <a:ext cx="2471852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4760" y="1956816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values replace the old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34760" y="2542032"/>
            <a:ext cx="19963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bars, new numbers, written straight over the top of what was there.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32875" y="2487168"/>
            <a:ext cx="274320" cy="170078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71203" y="1755648"/>
            <a:ext cx="2471852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08947" y="1956816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Everyone's chart redraws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408947" y="2542032"/>
            <a:ext cx="19963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Quietly. Mid-session. With no notice and no record of what it used to show.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11094415" cy="1207008"/>
          </a:xfrm>
          <a:prstGeom prst="roundRect">
            <a:avLst>
              <a:gd name="adj" fmla="val 6061"/>
            </a:avLst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895344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33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goes offline. Nothing errors. That is exactly the problem.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downtime problem — the service never becomes unavailable. It is change without warning, without a record of what the numbers were, and with no way to undo it except to tune again and hope.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26694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B88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~3,000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742432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rewritten by one setting change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8218" y="5138928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2538" y="526694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B88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~2.2 weeks</a:t>
            </a:r>
            <a:endParaRPr lang="en-US" sz="2700" dirty="0"/>
          </a:p>
        </p:txBody>
      </p:sp>
      <p:sp>
        <p:nvSpPr>
          <p:cNvPr id="27" name="Text 25"/>
          <p:cNvSpPr txBox="1"/>
          <p:nvPr/>
        </p:nvSpPr>
        <p:spPr>
          <a:xfrm>
            <a:off x="4612538" y="5742432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price history quietly redrawn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7797" y="5138928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02117" y="526694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B88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700" dirty="0"/>
          </a:p>
        </p:txBody>
      </p:sp>
      <p:sp>
        <p:nvSpPr>
          <p:cNvPr id="30" name="Text 28"/>
          <p:cNvSpPr txBox="1"/>
          <p:nvPr/>
        </p:nvSpPr>
        <p:spPr>
          <a:xfrm>
            <a:off x="8402117" y="5742432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 what the old values were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THE 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fix, in one picture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BF4E2"/>
          </a:solidFill>
          <a:ln w="19050">
            <a:solidFill>
              <a:srgbClr val="B886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right now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DFE4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005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92024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BF4E2"/>
          </a:solidFill>
          <a:ln w="19050">
            <a:solidFill>
              <a:srgbClr val="B886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1214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folder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3493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DFE4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69417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folder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404872"/>
            <a:ext cx="329184" cy="18288"/>
          </a:xfrm>
          <a:prstGeom prst="line">
            <a:avLst/>
          </a:prstGeom>
          <a:noFill/>
          <a:ln w="28575">
            <a:solidFill>
              <a:srgbClr val="B8860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0360" y="3977640"/>
            <a:ext cx="329184" cy="18288"/>
          </a:xfrm>
          <a:prstGeom prst="line">
            <a:avLst/>
          </a:prstGeom>
          <a:noFill/>
          <a:ln w="22225">
            <a:solidFill>
              <a:srgbClr val="6B7684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75504" y="2450592"/>
            <a:ext cx="786384" cy="795528"/>
          </a:xfrm>
          <a:prstGeom prst="line">
            <a:avLst/>
          </a:prstGeom>
          <a:noFill/>
          <a:ln w="34925">
            <a:solidFill>
              <a:srgbClr val="B8860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175504" y="3246120"/>
            <a:ext cx="786384" cy="777240"/>
          </a:xfrm>
          <a:prstGeom prst="line">
            <a:avLst/>
          </a:prstGeom>
          <a:noFill/>
          <a:ln w="22225">
            <a:solidFill>
              <a:srgbClr val="6B7684"/>
            </a:solidFill>
            <a:prstDash val="dash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449824" y="3502152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6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9824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103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56048" y="4133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16752" y="2670048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C3A5F"/>
          </a:solidFill>
          <a:ln w="12700">
            <a:solidFill>
              <a:srgbClr val="1C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44768" y="288950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44768" y="316382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one folder,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only 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91272" y="3108960"/>
            <a:ext cx="274320" cy="170078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5320" y="2670048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30906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75520" y="3108960"/>
            <a:ext cx="274320" cy="170078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9568" y="2670048"/>
            <a:ext cx="1380744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51008" y="297180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users see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BF4E2"/>
          </a:solidFill>
          <a:ln w="12700">
            <a:solidFill>
              <a:srgbClr val="FBF4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10235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promote: move that arrow to the other folder.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5046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configuration, then restart the reader — seconds. Same database, same everything downstream. No new software, no changes to how data is stored, nothing for users to 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RUNS, DAY TO 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cycle — and the one rule that keeps it safe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2554148" cy="1755648"/>
          </a:xfrm>
          <a:prstGeom prst="roundRect">
            <a:avLst>
              <a:gd name="adj" fmla="val 41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420624" cy="420624"/>
          </a:xfrm>
          <a:prstGeom prst="ellipse">
            <a:avLst/>
          </a:prstGeom>
          <a:solidFill>
            <a:srgbClr val="2C54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956816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live, B rehearses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87168"/>
            <a:ext cx="20420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runs alongside with charts attached, producing output that nobody reads.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1076" y="2450592"/>
            <a:ext cx="256032" cy="158740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10" name="Shape 8"/>
          <p:cNvSpPr/>
          <p:nvPr/>
        </p:nvSpPr>
        <p:spPr>
          <a:xfrm>
            <a:off x="3395396" y="1719072"/>
            <a:ext cx="2554148" cy="1755648"/>
          </a:xfrm>
          <a:prstGeom prst="roundRect">
            <a:avLst>
              <a:gd name="adj" fmla="val 41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1428" y="1920240"/>
            <a:ext cx="420624" cy="420624"/>
          </a:xfrm>
          <a:prstGeom prst="ellipse">
            <a:avLst/>
          </a:prstGeom>
          <a:solidFill>
            <a:srgbClr val="2C54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1428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81780" y="1956816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B and look at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1428" y="2487168"/>
            <a:ext cx="20420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settings, set the anchors, judge it by eye on B's own charts in MetaTrader.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7832" y="2450592"/>
            <a:ext cx="256032" cy="158740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2152" y="1719072"/>
            <a:ext cx="2554148" cy="1755648"/>
          </a:xfrm>
          <a:prstGeom prst="roundRect">
            <a:avLst>
              <a:gd name="adj" fmla="val 4167"/>
            </a:avLst>
          </a:prstGeom>
          <a:solidFill>
            <a:srgbClr val="E6F1F1"/>
          </a:solidFill>
          <a:ln w="12700">
            <a:solidFill>
              <a:srgbClr val="E6F1F1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8184" y="1920240"/>
            <a:ext cx="420624" cy="420624"/>
          </a:xfrm>
          <a:prstGeom prst="ellipse">
            <a:avLst/>
          </a:prstGeom>
          <a:solidFill>
            <a:srgbClr val="1F6F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8184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28536" y="1956816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8184" y="2487168"/>
            <a:ext cx="20420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switch. B goes live. A keeps running untouched, still holding the old settings.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4587" y="2450592"/>
            <a:ext cx="256032" cy="158740"/>
          </a:xfrm>
          <a:prstGeom prst="rightArrow">
            <a:avLst/>
          </a:prstGeom>
          <a:solidFill>
            <a:srgbClr val="DFE4E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8907" y="1719072"/>
            <a:ext cx="2554148" cy="1755648"/>
          </a:xfrm>
          <a:prstGeom prst="roundRect">
            <a:avLst>
              <a:gd name="adj" fmla="val 41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44939" y="1920240"/>
            <a:ext cx="420624" cy="420624"/>
          </a:xfrm>
          <a:prstGeom prst="ellipse">
            <a:avLst/>
          </a:prstGeom>
          <a:solidFill>
            <a:srgbClr val="2C54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44939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75291" y="1956816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Confirm, then swap roles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44939" y="2487168"/>
            <a:ext cx="20420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 is proven good in production, A is released and becomes the next rehearsal room.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365981" y="3474720"/>
            <a:ext cx="18288" cy="384048"/>
          </a:xfrm>
          <a:prstGeom prst="line">
            <a:avLst/>
          </a:prstGeom>
          <a:noFill/>
          <a:ln w="19050">
            <a:solidFill>
              <a:srgbClr val="2C548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825714" y="3858768"/>
            <a:ext cx="8540267" cy="18288"/>
          </a:xfrm>
          <a:prstGeom prst="line">
            <a:avLst/>
          </a:prstGeom>
          <a:noFill/>
          <a:ln w="19050">
            <a:solidFill>
              <a:srgbClr val="2C5480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 flipV="1">
            <a:off x="1816570" y="3474720"/>
            <a:ext cx="18288" cy="384048"/>
          </a:xfrm>
          <a:prstGeom prst="line">
            <a:avLst/>
          </a:prstGeom>
          <a:noFill/>
          <a:ln w="19050">
            <a:solidFill>
              <a:srgbClr val="2C5480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632808" y="3895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C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repeat, indefinitely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462272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BF4E2"/>
          </a:solidFill>
          <a:ln w="12700">
            <a:solidFill>
              <a:srgbClr val="FBF4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" y="4626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932688" y="5029200"/>
            <a:ext cx="103263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start tuning the terminal you just demoted until the newly promoted one is confirmed good. In that window it is the only undo that exists — and the moment you start changing it, you no longer have one.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CHANGES WHAT WE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folder feeds four systems, not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C3A5F"/>
          </a:solidFill>
          <a:ln w="19050">
            <a:solidFill>
              <a:srgbClr val="B886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folder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13632" y="162763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16263C"/>
          </a:solidFill>
          <a:ln w="15875">
            <a:solidFill>
              <a:srgbClr val="3346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9664" y="1755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charts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69664" y="20665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actually look at.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883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with the switch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3017520" y="2084832"/>
            <a:ext cx="859536" cy="1298448"/>
          </a:xfrm>
          <a:prstGeom prst="line">
            <a:avLst/>
          </a:prstGeom>
          <a:noFill/>
          <a:ln w="22225">
            <a:solidFill>
              <a:srgbClr val="2C54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13632" y="272491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16263C"/>
          </a:solidFill>
          <a:ln w="15875">
            <a:solidFill>
              <a:srgbClr val="3346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69664" y="2852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Fit-quality statistics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169664" y="3163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each setting is fitting.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98094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with the switch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3017520" y="3182112"/>
            <a:ext cx="859536" cy="201168"/>
          </a:xfrm>
          <a:prstGeom prst="line">
            <a:avLst/>
          </a:prstGeom>
          <a:noFill/>
          <a:ln w="22225">
            <a:solidFill>
              <a:srgbClr val="2C54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13632" y="382219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2E1E1C"/>
          </a:solidFill>
          <a:ln w="15875">
            <a:solidFill>
              <a:srgbClr val="A33B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9664" y="39502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calendar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169664" y="42611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news-event feed.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07822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E0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stop — with no error anywhere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3383280"/>
            <a:ext cx="859536" cy="896112"/>
          </a:xfrm>
          <a:prstGeom prst="line">
            <a:avLst/>
          </a:prstGeom>
          <a:noFill/>
          <a:ln w="22225">
            <a:solidFill>
              <a:srgbClr val="A33B2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13632" y="491947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2E1E1C"/>
          </a:solidFill>
          <a:ln w="15875">
            <a:solidFill>
              <a:srgbClr val="A33B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69664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and gold strength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169664" y="5358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separate index engine.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E0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stop later, just as quietly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383280"/>
            <a:ext cx="859536" cy="1993392"/>
          </a:xfrm>
          <a:prstGeom prst="line">
            <a:avLst/>
          </a:prstGeom>
          <a:noFill/>
          <a:ln w="22225">
            <a:solidFill>
              <a:srgbClr val="A33B2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52560" y="2724912"/>
            <a:ext cx="2587752" cy="3108960"/>
          </a:xfrm>
          <a:prstGeom prst="roundRect">
            <a:avLst>
              <a:gd name="adj" fmla="val 2827"/>
            </a:avLst>
          </a:prstGeom>
          <a:solidFill>
            <a:srgbClr val="2E1E1C"/>
          </a:solidFill>
          <a:ln w="19050">
            <a:solidFill>
              <a:srgbClr val="A33B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90304" y="290779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failures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silent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290304" y="3694176"/>
            <a:ext cx="211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one raises an alarm. A missing calendar file is read as "nothing to add today", by design — so the feed simply stops.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notice days later, with nothing pointing back to the switch.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FOR THE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build three terminals, not two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478682" cy="2487168"/>
          </a:xfrm>
          <a:prstGeom prst="roundRect">
            <a:avLst>
              <a:gd name="adj" fmla="val 2941"/>
            </a:avLst>
          </a:prstGeom>
          <a:solidFill>
            <a:srgbClr val="FBF4E2"/>
          </a:solidFill>
          <a:ln w="19050">
            <a:solidFill>
              <a:srgbClr val="B8860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56816"/>
            <a:ext cx="566928" cy="566928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08483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Rehearsal room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61488"/>
            <a:ext cx="2856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26 tunable chart attachments, plus the news-event exporter.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712464"/>
            <a:ext cx="2856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ITS TURN BEING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6506" y="1719072"/>
            <a:ext cx="3478682" cy="2487168"/>
          </a:xfrm>
          <a:prstGeom prst="roundRect">
            <a:avLst>
              <a:gd name="adj" fmla="val 2941"/>
            </a:avLst>
          </a:prstGeom>
          <a:solidFill>
            <a:srgbClr val="FBF4E2"/>
          </a:solidFill>
          <a:ln w="19050">
            <a:solidFill>
              <a:srgbClr val="B8860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7402" y="1956816"/>
            <a:ext cx="566928" cy="566928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7402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380634" y="208483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Rehearsal room 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7402" y="2761488"/>
            <a:ext cx="2856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A in every way — the same 26 attachments and the same exporter.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7402" y="3712464"/>
            <a:ext cx="2856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ITS TURN BEING 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64373" y="1719072"/>
            <a:ext cx="3478682" cy="2487168"/>
          </a:xfrm>
          <a:prstGeom prst="roundRect">
            <a:avLst>
              <a:gd name="adj" fmla="val 2941"/>
            </a:avLst>
          </a:prstGeom>
          <a:solidFill>
            <a:srgbClr val="E6F1F1"/>
          </a:solidFill>
          <a:ln w="19050">
            <a:solidFill>
              <a:srgbClr val="1F6F74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5269" y="1956816"/>
            <a:ext cx="566928" cy="566928"/>
          </a:xfrm>
          <a:prstGeom prst="ellipse">
            <a:avLst/>
          </a:prstGeom>
          <a:solidFill>
            <a:srgbClr val="1F6F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75269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88501" y="208483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steady one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75269" y="2761488"/>
            <a:ext cx="2856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only the 8 currency and gold price feeds. Nothing on it has settings to tune.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75269" y="3712464"/>
            <a:ext cx="2856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SWAPS. EVER.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53712"/>
            <a:ext cx="146304" cy="14630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" y="4480560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news-event feed rides along harmlessly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4828032"/>
            <a:ext cx="507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on both A and B. It has no settings to tune, so both produce identical output — whichever one is live makes no difference.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0440" y="4553712"/>
            <a:ext cx="146304" cy="14630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71336" y="4480560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engine is simply pointed at S, permanently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71336" y="4828032"/>
            <a:ext cx="507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reads its own separate setting on its own separate service, so this costs nothing to arrange and no code changes at all.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7424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888736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one extra terminal, roughly 300–500 MB of memory.      Benefit: the two feeds that must not be disturbed become structurally impossible to disturb.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33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NEW RISK THIS DESIGN CREATES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Promoting a terminal that wasn't actually running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364328" cy="3127248"/>
          </a:xfrm>
          <a:prstGeom prst="roundRect">
            <a:avLst>
              <a:gd name="adj" fmla="val 2339"/>
            </a:avLst>
          </a:prstGeom>
          <a:solidFill>
            <a:srgbClr val="FAEDEA"/>
          </a:solidFill>
          <a:ln w="19050">
            <a:solidFill>
              <a:srgbClr val="A33B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2024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33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happen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77824" y="2514600"/>
            <a:ext cx="128016" cy="128016"/>
          </a:xfrm>
          <a:prstGeom prst="ellipse">
            <a:avLst/>
          </a:prstGeom>
          <a:solidFill>
            <a:srgbClr val="A33B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432304"/>
            <a:ext cx="439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its files is equally out of date.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77824" y="2990088"/>
            <a:ext cx="128016" cy="128016"/>
          </a:xfrm>
          <a:prstGeom prst="ellipse">
            <a:avLst/>
          </a:prstGeom>
          <a:solidFill>
            <a:srgbClr val="A33B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907792"/>
            <a:ext cx="439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agree with each other perfectly — so every check passes.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" y="3465576"/>
            <a:ext cx="128016" cy="128016"/>
          </a:xfrm>
          <a:prstGeom prst="ellipse">
            <a:avLst/>
          </a:prstGeom>
          <a:solidFill>
            <a:srgbClr val="A33B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383280"/>
            <a:ext cx="439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reports itself completely healthy.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941064"/>
            <a:ext cx="128016" cy="128016"/>
          </a:xfrm>
          <a:prstGeom prst="ellipse">
            <a:avLst/>
          </a:prstGeom>
          <a:solidFill>
            <a:srgbClr val="A33B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858768"/>
            <a:ext cx="439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bar simply stops moving forward.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416552"/>
            <a:ext cx="128016" cy="128016"/>
          </a:xfrm>
          <a:prstGeom prst="ellipse">
            <a:avLst/>
          </a:prstGeom>
          <a:solidFill>
            <a:srgbClr val="A33B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4334256"/>
            <a:ext cx="439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keep running against a frozen price. It looks like a quiet market.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1719072"/>
            <a:ext cx="5364328" cy="3127248"/>
          </a:xfrm>
          <a:prstGeom prst="roundRect">
            <a:avLst>
              <a:gd name="adj" fmla="val 2339"/>
            </a:avLst>
          </a:prstGeom>
          <a:solidFill>
            <a:srgbClr val="E6F1F1"/>
          </a:solidFill>
          <a:ln w="19050">
            <a:solidFill>
              <a:srgbClr val="1F6F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07912" y="192024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one extra question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07912" y="2432304"/>
            <a:ext cx="470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45656" y="2560320"/>
            <a:ext cx="423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TODAY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45656" y="2816352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all the files agree with each other?”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07912" y="3429000"/>
            <a:ext cx="470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1F6F7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5656" y="3557016"/>
            <a:ext cx="423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45656" y="3813048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is the newest bar actually recent?”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45656" y="4169664"/>
            <a:ext cx="423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reject the batch and log it — exactly like every other rejection we already handle.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193792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comparison. No new software, no database changes, nothing else touched.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541264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threshold: twice the bar length — 10 minutes on the 5-minute chart, 30 minutes on the 15-minute. A wrong rejection fixes itself on the next pass a few minutes later; a missed one stays silent for days. So we err on the tight side deliberately.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ACTUALLY EXPERIENCE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switch looks like from the outside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542032"/>
            <a:ext cx="10515600" cy="18288"/>
          </a:xfrm>
          <a:prstGeom prst="line">
            <a:avLst/>
          </a:prstGeom>
          <a:noFill/>
          <a:ln w="31750">
            <a:solidFill>
              <a:srgbClr val="DFE4EB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22960" y="2414016"/>
            <a:ext cx="274320" cy="274320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8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186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restart — seconds. Nothing goes offline, nobody is logged 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2538" y="2414016"/>
            <a:ext cx="274320" cy="274320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2538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8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0:30 – 5:00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2186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refreshes oldest bars first, working steadily toward the right-hand edge.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02117" y="2414016"/>
            <a:ext cx="274320" cy="274320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02117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8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~6:00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updated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186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now reflects the new settings. Nothing was ever blank or broken.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3515258" cy="969264"/>
          </a:xfrm>
          <a:prstGeom prst="roundRect">
            <a:avLst>
              <a:gd name="adj" fmla="val 754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3425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outage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73168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point in the switch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4224528"/>
            <a:ext cx="3515258" cy="969264"/>
          </a:xfrm>
          <a:prstGeom prst="roundRect">
            <a:avLst>
              <a:gd name="adj" fmla="val 754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2538" y="433425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~6,000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773168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refreshed behind the scenes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27797" y="4224528"/>
            <a:ext cx="3515258" cy="969264"/>
          </a:xfrm>
          <a:prstGeom prst="roundRect">
            <a:avLst>
              <a:gd name="adj" fmla="val 754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02117" y="433425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5–6 min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402117" y="4773168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everything has caught up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413248"/>
            <a:ext cx="11094415" cy="877824"/>
          </a:xfrm>
          <a:prstGeom prst="roundRect">
            <a:avLst>
              <a:gd name="adj" fmla="val 8333"/>
            </a:avLst>
          </a:prstGeom>
          <a:solidFill>
            <a:srgbClr val="FBF4E2"/>
          </a:solidFill>
          <a:ln w="12700">
            <a:solidFill>
              <a:srgbClr val="FBF4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undo?   The old terminal is still running with its old settings — switch back and it takes over immediately. But be clear what that is: another forward switch, not a restore. The intermediate values are gone. The undo lives in the terminal, not in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8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fixes — and what it doesn't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364328" cy="4160520"/>
          </a:xfrm>
          <a:prstGeom prst="roundRect">
            <a:avLst>
              <a:gd name="adj" fmla="val 1758"/>
            </a:avLst>
          </a:prstGeom>
          <a:solidFill>
            <a:srgbClr val="E6F1F1"/>
          </a:solidFill>
          <a:ln w="12700">
            <a:solidFill>
              <a:srgbClr val="E6F1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2024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gives 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7824" y="2450592"/>
            <a:ext cx="256032" cy="256032"/>
          </a:xfrm>
          <a:prstGeom prst="ellipse">
            <a:avLst/>
          </a:prstGeom>
          <a:solidFill>
            <a:srgbClr val="1F6F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432304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setting against the live market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752344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imposing it on anyone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" y="3291840"/>
            <a:ext cx="256032" cy="256032"/>
          </a:xfrm>
          <a:prstGeom prst="ellipse">
            <a:avLst/>
          </a:prstGeom>
          <a:solidFill>
            <a:srgbClr val="1F6F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273552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single-action switch, no outage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593592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software, no changes to how data is stored.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" y="4133088"/>
            <a:ext cx="256032" cy="256032"/>
          </a:xfrm>
          <a:prstGeom prst="ellipse">
            <a:avLst/>
          </a:prstGeom>
          <a:solidFill>
            <a:srgbClr val="1F6F7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114800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terminal stands ready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434840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genuine, immediate way back.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" y="4974336"/>
            <a:ext cx="256032" cy="256032"/>
          </a:xfrm>
          <a:prstGeom prst="ellipse">
            <a:avLst/>
          </a:prstGeom>
          <a:solidFill>
            <a:srgbClr val="1F6F7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7824" y="4974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956048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forward test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5276088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the candidate produces is data it has never seen — which is exactly the validation we've been unable to do.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1719072"/>
            <a:ext cx="5364328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7912" y="192024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76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still doesn't solve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07912" y="2450592"/>
            <a:ext cx="256032" cy="256032"/>
          </a:xfrm>
          <a:prstGeom prst="ellipse">
            <a:avLst/>
          </a:prstGeom>
          <a:solidFill>
            <a:srgbClr val="6B768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7912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28536" y="2432304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the old numbers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28536" y="2752344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still writes over shared history. Recovering what a chart showed last week would need a real change to how data is stored.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07912" y="3291840"/>
            <a:ext cx="256032" cy="256032"/>
          </a:xfrm>
          <a:prstGeom prst="ellipse">
            <a:avLst/>
          </a:prstGeom>
          <a:solidFill>
            <a:srgbClr val="6B768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0791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28536" y="3273552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search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028536" y="3593592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one candidate a person assembled by hand — it can't sweep hundreds.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07912" y="4133088"/>
            <a:ext cx="256032" cy="256032"/>
          </a:xfrm>
          <a:prstGeom prst="ellipse">
            <a:avLst/>
          </a:prstGeom>
          <a:solidFill>
            <a:srgbClr val="6B768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07912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28536" y="4114800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and one at a time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028536" y="4434840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candidate on live data costs real calendar days.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07912" y="4974336"/>
            <a:ext cx="256032" cy="256032"/>
          </a:xfrm>
          <a:prstGeom prst="ellipse">
            <a:avLst/>
          </a:prstGeom>
          <a:solidFill>
            <a:srgbClr val="6B768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07912" y="4974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28536" y="4956048"/>
            <a:ext cx="428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notice drift for you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028536" y="5276088"/>
            <a:ext cx="428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still has to spot that a setting has gone stale.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53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matter as much as the capability — this is a physical, slow, but honest substitute for validation we currently cannot do at all.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FROM HERE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263C"/>
          </a:solidFill>
          <a:ln w="15875">
            <a:solidFill>
              <a:srgbClr val="B886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83664"/>
            <a:ext cx="420624" cy="42062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9568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freshness check, with tests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65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39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263C"/>
          </a:solidFill>
          <a:ln w="15875">
            <a:solidFill>
              <a:srgbClr val="B886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779776"/>
            <a:ext cx="420624" cy="420624"/>
          </a:xfrm>
          <a:prstGeom prst="ellipse">
            <a:avLst/>
          </a:prstGeom>
          <a:solidFill>
            <a:srgbClr val="B886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28529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switch procedure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035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now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263C"/>
          </a:solidFill>
          <a:ln w="15875">
            <a:solidFill>
              <a:srgbClr val="3346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75888"/>
            <a:ext cx="420624" cy="420624"/>
          </a:xfrm>
          <a:prstGeom prst="ellipse">
            <a:avLst/>
          </a:prstGeom>
          <a:solidFill>
            <a:srgbClr val="3E54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terminals A, B and 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on the server console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done for you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0740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263C"/>
          </a:solidFill>
          <a:ln w="15875">
            <a:solidFill>
              <a:srgbClr val="3346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572000"/>
            <a:ext cx="420624" cy="420624"/>
          </a:xfrm>
          <a:prstGeom prst="ellipse">
            <a:avLst/>
          </a:prstGeom>
          <a:solidFill>
            <a:srgbClr val="3E547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first switch at a market close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553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4828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terminals exist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15984" y="1719072"/>
            <a:ext cx="2624328" cy="3584448"/>
          </a:xfrm>
          <a:prstGeom prst="roundRect">
            <a:avLst>
              <a:gd name="adj" fmla="val 2787"/>
            </a:avLst>
          </a:prstGeom>
          <a:solidFill>
            <a:srgbClr val="1C3A5F"/>
          </a:solidFill>
          <a:ln w="19050">
            <a:solidFill>
              <a:srgbClr val="B886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53728" y="195681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spc="100" kern="0" dirty="0">
                <a:solidFill>
                  <a:srgbClr val="F3E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53728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old is “too old”?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253728" y="3493008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twice the bar length — 10 minutes on the 5-minute chart, 30 on the 15-minute.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reason about, and it catches a dead terminal within about ten minutes of a switch.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961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and 2 can start immediately and don't depend on the terminals existing. A real switch can't be verified until step 3 is done — so rehearse the first one at a market close, with the way back confirmed before it's ever needed in anger.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Terminals, One Live</dc:title>
  <dc:subject>PptxGenJS Presentation</dc:subject>
  <dc:creator>Davin</dc:creator>
  <cp:lastModifiedBy>Davin</cp:lastModifiedBy>
  <cp:revision>1</cp:revision>
  <dcterms:created xsi:type="dcterms:W3CDTF">2026-09-12T14:07:45Z</dcterms:created>
  <dcterms:modified xsi:type="dcterms:W3CDTF">2026-09-12T14:07:45Z</dcterms:modified>
</cp:coreProperties>
</file>