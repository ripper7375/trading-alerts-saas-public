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ALERTS SAAS  ·  ARCHITECTURE EXECUTIVE SUMMARY  ·  POST-AUDIT 2026-07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Checkout to Payout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Parts 12, 17, 18 and 19 — one money pipeline that bills globally, records commissions, and pays affiliates on-chain.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6365C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318211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31821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checkout, subscriptions, invoices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30175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6365C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318211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2752344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2968" y="31821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PORTAL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52344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Codes, commissions, admin reports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6365C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3182112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0368" y="31821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DLOCAL PAYMENTS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9744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methods in 8 emerging markets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30175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26365C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7144" y="3182112"/>
            <a:ext cx="365760" cy="36576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4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87768" y="31821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RISEWORKS PAYOUTS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67144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USDC commission payouts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picture: one money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enters via Part 12 (Stripe) or 18 (dLocal); commissions accrue in 17; payouts leave via 19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289304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289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3167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 · P18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checks 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168249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code validated up front; discount now applied on BOTH providers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00984" y="1170432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289304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89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5464" y="13167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 · P18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49624" y="1298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168249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(global, $29/mo) or dLocal (8 markets, local currency)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1170432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289304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1289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99248" y="13167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 · P18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693408" y="1298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confirms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168249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verified; subscription created; user upgraded to PRO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2999232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311810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99248" y="31455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17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93408" y="31272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recorded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351129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net revenue, PENDING — from Stripe AND dLocal sales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00984" y="2999232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3118104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55464" y="31455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849624" y="31272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payout built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47288" y="351129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after refund window; aggregated ≥ $50, KYC-approved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2999232"/>
            <a:ext cx="25420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5216" y="3118104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011680" y="314553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19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05840" y="31272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paid in USDC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" y="3511296"/>
            <a:ext cx="2249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RiseWorks executes on-chain; commission PAID, balances reconciled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80944" y="1536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824728" y="1536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232904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980944" y="3364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824728" y="3364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backbone: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Prisma database + live SystemConfig connect all four parts; planned extraction as ONE NestJS money-service (see migration blueprint).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12 — E-commerce &amp; Billing (Stripe)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revenue path — checkout, subscriptions, invoices; shares the dLocal files with Part 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0" cy="283464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4241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session created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code validated up front; a one-time Stripe coupon now applies the real discount (2026-07 fix); 7-day free trial.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556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via Stripe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Apple Pay, Google Pay — PRO subscription at $29/mo, available globally.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Webhook: session completed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24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stripe-signature verified on the raw body; subscription created; user upgraded to PRO.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18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processed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affiliateCode metadata → shared conversion path for Part 17; base price read live from SystemConfig.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billing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card + cancel API; invoice list merges Stripe and dLocal payments in one view.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1005840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E7EEFB"/>
          </a:solidFill>
          <a:ln w="12700">
            <a:solidFill>
              <a:srgbClr val="E7EEF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46304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SDK: sessions, coupons, webhooks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 + NextAuth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Prisma: Payment, Subscription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constructEvent signature verification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email templates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billing &amp; pricing components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40416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69480" y="4087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files; primary global payment path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17 — Affiliate Portal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17A-1 · 17A-2 · 17B-1 · 17B-2  —  recruit affiliates, distribute codes, track commissions, report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0" cy="283464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4241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verify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applies as affiliate; email verification activates the profile and triggers the first code distribution.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556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distributed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cron issues 15 unique codes per active affiliate — percentages come live from SystemConfig.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used at checkout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24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Stripe AND dLocal (post-audit); code flips to USED, linked to the subscription.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18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recorded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conversion-processor: gross − discount = net → commission %, saved PENDING; auto-approved after 14 days.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portal + admin P&amp;L, sales performance, owings, code inventory, and NEW global code-flows report.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1005840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E4F2F3"/>
          </a:solidFill>
          <a:ln w="12700">
            <a:solidFill>
              <a:srgbClr val="E4F2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46304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APIs (~23 routes)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Prisma: AffiliateProfile, AffiliateCode, Commission, SystemConfig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 + rate limiting (new)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NextAuth: isAffiliate / ADMIN gates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+ Tailwind CSS UI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Email templates (5)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Cron (3 monthly jobs)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40416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69480" y="4087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built test-first (TDD), 100% complete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18 — dLocal Payment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18A · 18B · 18C  —  local payment methods for 8 emerging markets, alongside Stripe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0" cy="283464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42416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detected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geolocation preselects the country; unified checkout shows Stripe (primary) plus dLocal local methods.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556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localized &amp; discounted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→ INR, NGN, PKR, VND, IDR, THB, ZAR, TRY (1h-cached FX); valid codes now reduce the actual charge.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created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24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HMAC-SHA256-signed request to dLocal; customer pays via UPI, GoPay, JazzCash, M-wallets, EFT and more.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18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Webhook: payment.paid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COMPLETED → subscription (3-day $1.99 or monthly $29, real amounts) → PRO → commission created (new).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automation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crons send renewal reminders 3 days out and downgrade expired subscriptions back to FREE.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1005840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FBEFE0"/>
          </a:solidFill>
          <a:ln w="12700">
            <a:solidFill>
              <a:srgbClr val="FBEF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46304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dLocal API + Stripe, side by side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exchangerate-api.com (cached FX)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webhook security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Prisma: Payment + Subscription (provider-aware)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plan anti-abuse validator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checkout components (6)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fraud-alerts dashboard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40416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69480" y="4087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files; plans at $1.99 / 3-day and $29 / month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19 — RiseWorks Disbursement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19A · 19B · 19C · 19D  —  turning approved commissions into on-chain USDC payouts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12648" y="1234440"/>
            <a:ext cx="0" cy="283464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42416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auto-approved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cron step: PENDING → APPROVED once the refund window passes (SystemConfig-tunable, default 14 days).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556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&amp; batch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CommissionAggregator groups per affiliate (≥ $50, KYC APPROVED); BatchManager builds batches (max 100) with dry-run preview.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via provider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249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PaymentOrchestrator → factory (RISE or MOCK); retries back off 1s → 16s with jitter.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18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RiseWorks pays USDC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SIWE (Sign-In With Ethereum) auth; USD × 1,000,000 → 6-decimal USDC transferred on-chain.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settles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payment.completed → transaction + commission PAID + pending→paid balances moved atomically (new); full audit log.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06440" y="1005840"/>
            <a:ext cx="2880360" cy="2880360"/>
          </a:xfrm>
          <a:prstGeom prst="roundRect">
            <a:avLst>
              <a:gd name="adj" fmla="val 2540"/>
            </a:avLst>
          </a:prstGeom>
          <a:solidFill>
            <a:srgbClr val="EFE9F9"/>
          </a:solidFill>
          <a:ln w="12700">
            <a:solidFill>
              <a:srgbClr val="EFE9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46304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factory pattern (RISE | MOCK)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SIWE wallet authentication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webhook verification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Prisma: 5 models + 5 enums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handler (exponential backoff)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endpoint monitoring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UI: 9 dashboard pages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40416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69480" y="408736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across foundation, execution, automation, UI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automation layer runs itself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scheduled jobs — now actually registered in vercel.json (2026-07 audit fix)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548640"/>
                <a:gridCol w="3291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(UTC)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· 1st, 00:00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distribute-codes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15 fresh codes to every active affiliate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· 1st, 06:00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send-monthly-reports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each affiliate a performance 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· 28–31, 23:59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expire-codes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past-expiry codes as EXPIRED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· 00:00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check-expiring-subscriptions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reminders 3 days before expiry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· 01:00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downgrade-expired-subscriptions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 lapsed users from PRO back to 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· 02:00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process-pending-disbursements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Auto-approves commissions, builds &amp; executes batches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· 03:00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sync-riseworks-accounts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Refreshes KYC status from the RiseWorks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· 04:00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daily-maintenance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Housekeeping across the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design: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cron endpoint requires a CRON_SECRET bearer token, is idempotent, and now also answers GET for Vercel Cron.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technology stack across all four parts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12, 17, 18 and 19 are features of one Next.js app today — and one NestJS money-service tomorrow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" y="10241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· React 18 · Tailwind CSS · React Query / SWR · Lucide icons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24128" y="1508760"/>
            <a:ext cx="7662672" cy="0"/>
          </a:xfrm>
          <a:prstGeom prst="line">
            <a:avLst/>
          </a:prstGeom>
          <a:noFill/>
          <a:ln w="9525">
            <a:solidFill>
              <a:srgbClr val="EDF1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5361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 (70+ money endpoints) · Zod validation · NextAuth role-based sessions · rate limiting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24128" y="2020824"/>
            <a:ext cx="7662672" cy="0"/>
          </a:xfrm>
          <a:prstGeom prst="line">
            <a:avLst/>
          </a:prstGeom>
          <a:noFill/>
          <a:ln w="9525">
            <a:solidFill>
              <a:srgbClr val="EDF1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66544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20482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libraries: lib/stripe, lib/affiliate, lib/dlocal, lib/disbursement — pure TypeScript, provider &amp; factory patterns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" y="2532888"/>
            <a:ext cx="7662672" cy="0"/>
          </a:xfrm>
          <a:prstGeom prst="line">
            <a:avLst/>
          </a:prstGeom>
          <a:noFill/>
          <a:ln w="9525">
            <a:solidFill>
              <a:srgbClr val="EDF1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7860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on a single relational database · SystemConfig for live, audited settings changes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4128" y="3044952"/>
            <a:ext cx="7662672" cy="0"/>
          </a:xfrm>
          <a:prstGeom prst="line">
            <a:avLst/>
          </a:prstGeom>
          <a:noFill/>
          <a:ln w="9525">
            <a:solidFill>
              <a:srgbClr val="EDF1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9067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" y="30723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dLocal · exchangerate-api · RiseWorks (USDC on-chain) · React Email for transactional mail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24128" y="3557016"/>
            <a:ext cx="7662672" cy="0"/>
          </a:xfrm>
          <a:prstGeom prst="line">
            <a:avLst/>
          </a:prstGeom>
          <a:noFill/>
          <a:ln w="9525">
            <a:solidFill>
              <a:srgbClr val="EDF1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02736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35844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 + Vercel Cron (8 jobs) · three webhook receivers (Stripe, dLocal, RiseWorks), all signature-verified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4128" y="4069080"/>
            <a:ext cx="7662672" cy="0"/>
          </a:xfrm>
          <a:prstGeom prst="line">
            <a:avLst/>
          </a:prstGeom>
          <a:noFill/>
          <a:ln w="9525">
            <a:solidFill>
              <a:srgbClr val="EDF1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" y="40965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· React Testing Library · Supertest — TDD throughout, plus integration and end-to-end suites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behaves in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guarantees across Parts 12, 17, 18 and 19 — after the 2026-07 audit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E7EEFB"/>
          </a:solidFill>
          <a:ln w="12700">
            <a:solidFill>
              <a:srgbClr val="E7EEF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1612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1453896"/>
            <a:ext cx="2350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webhook sources signature-verified; crons gated by CRON_SECRET; admin routes require ADMIN; code validation rate-limited (10/min).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36976" y="1051560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BEFE0"/>
          </a:solidFill>
          <a:ln w="12700">
            <a:solidFill>
              <a:srgbClr val="FBEF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1612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01568" y="1453896"/>
            <a:ext cx="2350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and crons idempotent; payout retries with exponential backoff + jitter; conversion processing never fails a payment webhook.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6752" y="1051560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EFE9F9"/>
          </a:solidFill>
          <a:ln w="12700">
            <a:solidFill>
              <a:srgbClr val="EFE9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1344" y="11612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81344" y="1453896"/>
            <a:ext cx="2350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SystemConfigHistory, DisbursementAuditLog and webhook event tables record every change, approval and payment action.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E4F2F3"/>
          </a:solidFill>
          <a:ln w="12700">
            <a:solidFill>
              <a:srgbClr val="E4F2F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282549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Live-configurable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3118104"/>
            <a:ext cx="2350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%, commission %, codes/month, min payout, approval window — all SystemConfig-driven, applied instantly, no redeploy.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36976" y="271576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FBEFE0"/>
          </a:solidFill>
          <a:ln w="12700">
            <a:solidFill>
              <a:srgbClr val="FBEF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01568" y="282549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Abuse-resistant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01568" y="3118104"/>
            <a:ext cx="2350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plan once per lifetime; fraud-alert dashboard; payouts blocked until KYC approval; codes single-use with monthly expiry.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16752" y="2715768"/>
            <a:ext cx="2679192" cy="1481328"/>
          </a:xfrm>
          <a:prstGeom prst="roundRect">
            <a:avLst>
              <a:gd name="adj" fmla="val 4938"/>
            </a:avLst>
          </a:prstGeom>
          <a:solidFill>
            <a:srgbClr val="EFE9F9"/>
          </a:solidFill>
          <a:ln w="12700">
            <a:solidFill>
              <a:srgbClr val="EFE9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81344" y="282549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81344" y="3118104"/>
            <a:ext cx="2350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watches DB, provider, batches, failures; monthly affiliate reports; new global code-flows reconciliation report.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 audit: 10 findings fixed — commissions from both providers, discounts actually charged, auto-approval, crons registered.  Parts 12+17+18+19: 247 files.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12-17-18-19 Architecture Executive Summary</dc:title>
  <dc:subject>PptxGenJS Presentation</dc:subject>
  <dc:creator>Davin</dc:creator>
  <cp:lastModifiedBy>Davin</cp:lastModifiedBy>
  <cp:revision>1</cp:revision>
  <dcterms:created xsi:type="dcterms:W3CDTF">2026-07-04T10:58:45Z</dcterms:created>
  <dcterms:modified xsi:type="dcterms:W3CDTF">2026-07-04T10:58:45Z</dcterms:modified>
</cp:coreProperties>
</file>