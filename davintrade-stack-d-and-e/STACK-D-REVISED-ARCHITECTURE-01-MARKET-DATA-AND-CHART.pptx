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1 of the section series. Section 1 owns the MT5 terminal and its 15 indicators, the economic-calendar exporter, the VPS collector and push worker, gateway ingestion into PostgreSQL, and the chart renderer and R2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is the start of the every-cycle clock. Everything downstream of it reads what it produces, so its rules (what a cycle is, which bars are closed, which indicator is active, how fresh the data is) become assumptions in every other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DATA_COLLECTION_PIPELINE_BLUEPRINT_v2_29 (last updated 22 Sep): exports every minute at :59 (InpExportSecond=59); collector every 5 minutes at :05, M15 on 15-minute boundaries, market-hours gated; COLLECT -&gt; ADJUST -&gt; VALIDATE (symbol/timeframe/close within 0.01 across sources, up to 3 attempts, 65 s apart) -&gt; PROMOTE; a cycle missing a source is rejected (§11); stale-export guard rejects if the newest bar lags more than 600 s (M5) or 1800 s (M15). Push worker backfill_worker_api_gateway_v5.py: three isolated lanes (market data, statistics, economic events), 500 rows per cycle, one row per POST, oldest first. Gateway: UPSERT on (symbol, timeframe, timestamp); point-in-time snapshot written only once the bar has closed (snapshot_age_bars); indicator_statistics append-only keyed (symbol, timeframe, source, captured_at). Renderer: MTF render plan and R2 manifest (MT5Renderer, SQLite input, two variants every ~300 s, fixed object keys, 48-hour prune).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as the documents state it. Blueprint §13 (22 Sep): the v6 pipeline has never written a row to PostgreSQL; the .ex5 files need rebuilding (10 statistic-emitting indicators) and redeploying; terminals A, B and S are not built; frozen-baseline mode and the centroid watchdog are code-complete but not deployed; the point-in-time migration is authored but not applied. Throughput open issue: arithmetic only, never measured. R2 manifest §7: MT5Renderer running, input is a synthetic fixture dated around 9 June. Conflicts: the market-data reference (22 Sep) says 27 migrations including point-in-time were applied to production; the blueprint §13 says the point-in-time migration is not applied. The V2.29 summary and the statistic-capture scope differ on whether indicator_statistics reached production. The blueprint header says the timestamp fix is inert until recompiled, while §13 says all 13 were compiled on 9 Sep with the fix, but not redeployed.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Sources. 1: look-ahead open issue §4 (the export runs down to shift 0, and the collector reads at :05, so the newest row is a bar about 5 seconds old with partial OHLC); blueprint §2 (M15 collected on 15-minute boundaries). 2: blueprint §5.3 (collection_cycles has one row per slot, timeframe and attempt) and §10.1 (only a log line marks a validated cycle). 3: blueprint §8.3 (attach all 15 indicators to both charts) and §11 (a cycle missing a source is rejected); mcd1.md and mcd2.md tier 1 (exactly one candidate with enough non-null bars); render plan D3 (the renderer draws one configured overlay key on both panels). 4: indicator_statistics contract (captured_at = collector slot; live_bar_ts = newest bar in that source’s export) and MCD1 manifest (ORDER BY captured_at DESC LIMIT 1). 5: blueprint §12 item 10 (stale-export guard: 600 s / 1800 s) and §9.1 (gateway health endpoint); throughput open issue (demand about 800 rows per minute against an estimated 375-750; oldest first, so the newest bars arrive last; unmeasured). 6: render plan §6 (renderer reads SQLite by design), R2 manifest §7 and §9.5.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collector, the three push lanes, the four tables and the renderer stay as they are. The additions sit where Section 1 hands data on. Numbers on the flow match the cards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active-standby-terminal-manifest-work-completion.md (12-13 Sep): three-terminal topology A/B/S; only one terminal feeds the collector via --export-dir; a promote resets synced_at on about 6,000 in-window rows, which re-push at 500 rows per 30 s (about 5-6 minutes), oldest first, so the newest bars change last; rollback is another forward switch; terminals not yet built. frozen-baseline-and-centroid-watchdog-manifest-work-completion.md (18 Sep): MODE_FROZEN_LINE for the 7 centroid variants, anchor stored as a time; in the promotion test frozen mode repainted 0 of 44 historical bars versus 44 of 44 for dynamic; frozen mode still computes statistics against the approved line (the natural drift signal); Frozen * keys enter config_hash, so indicator_configs records every promotion; the centroid watchdog debounces new centroids on closed bars and alerts the administrator. Freezing covers the centroid channel fields only (about 21 of the drifting columns). Not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the revised design. Most of Section 1 stays: the changes are at the points where other sections read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of the revised cycle for the 20:55 UTC slot. At that moment the last closed M5 bar is the one that opened at 20:50; the M5 bar that opened at 20:55 is still open. M15 is collected only on 15-minute boundaries, so at 20:55 the last closed M15 bar is the one that opened at 20:30 (closed 20:45), and the M15 bar that opened at 20:45 is still open until 21:00. The M15 part of the cycle therefore refreshes at the 21:00 slot. The timing targets on the right are suggestions to confirm by measuring the first real cycles: collector retries are 65 s apart and up to 3 attempts (blueprint §5.2).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are Section 1’s contract with the other sections. Later section decks refer to them by number (rules 1-9) instead of restating them. Rule 9 comes from the active-standby and frozen-baseline manifests: a promote re-pushes the whole window (about 6,000 rows, 5-6 minutes, oldest first), so for a few cycles the window mixes the old and the new 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handoff is defined here once; Sections 2, 5 and 6 consume it as specified. Symbol specs are produced here for review item E4, whose home is 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 1.1-1.7 were settled on 29 Sep by adopting the suggestion in each case; they are entries 008-014 in the decision log. Decision 1.8 is new: it comes from the active-standby and frozen-baseline manifests, which were read after the first version of this deck. It is proposed here and adopted provisionally, pending your confirmation. Decision 1.3: the renderer currently resolves one overlay key against both panels, so a per-timeframe setting needs a small renderer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Acceptance checks for Section 1. The first depends on the deployment items on the status slide (.ex5 rebuild, collector restart, first real cycle).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 while reading the data-collection blueprint (22 Sep), the V2.29 architecture summary and the look-ahead open issue, which were not part of the original nine Stack D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  ·  REVISED ARCHITECTURE  ·  DECK 1 OF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72768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 · Market data &amp; chart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produced on the 5-minute clock before anyone asks a question, and the rules the rest of Stack D can rely 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7548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1.1–1.7 settled 29 September 2026 · 1.8 proposed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landing here: A2 · A3 · D1 (all P1)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data-collection blueprint v2.29 (22 Sep), V2.29 architecture summary, look-ahead and throughput open issues, active-standby and frozen-baseline manifests, render plan, R2 manifest, market-data reference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03720" y="1188720"/>
            <a:ext cx="4846320" cy="1700784"/>
          </a:xfrm>
          <a:prstGeom prst="roundRect">
            <a:avLst>
              <a:gd name="adj" fmla="val 3226"/>
            </a:avLst>
          </a:prstGeom>
          <a:solidFill>
            <a:srgbClr val="15302D"/>
          </a:solidFill>
          <a:ln w="9525">
            <a:solidFill>
              <a:srgbClr val="1530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31736" y="1261872"/>
            <a:ext cx="3004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5-MINUTE CYCLE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84564" y="1261872"/>
            <a:ext cx="2537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whether or not anyone asks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031736" y="1554480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D242E"/>
          </a:solidFill>
          <a:ln w="22225">
            <a:solidFill>
              <a:srgbClr val="E2B5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965960"/>
            <a:ext cx="384048" cy="384048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2317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98664" y="1554480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&amp; chart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5528" y="2157984"/>
            <a:ext cx="201168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53272" y="1554480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44712" y="1965960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4471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220200" y="1554480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(MCDs)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37064" y="2157984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274808" y="1554480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66248" y="1965960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662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841736" y="1554480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entry zones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3273552"/>
            <a:ext cx="4846320" cy="1700784"/>
          </a:xfrm>
          <a:prstGeom prst="roundRect">
            <a:avLst>
              <a:gd name="adj" fmla="val 3226"/>
            </a:avLst>
          </a:prstGeom>
          <a:solidFill>
            <a:srgbClr val="17243A"/>
          </a:solidFill>
          <a:ln w="9525">
            <a:solidFill>
              <a:srgbClr val="1724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1736" y="3346704"/>
            <a:ext cx="3004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QUESTION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9084564" y="3346704"/>
            <a:ext cx="2537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latest complete cycle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31736" y="3639312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23176" y="405079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23176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598664" y="3639312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routing &amp; knowledge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15528" y="4242816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653272" y="3639312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44712" y="405079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4471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220200" y="3639312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AI reply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37064" y="4242816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274808" y="3639312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66248" y="405079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366248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841736" y="3639312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&amp; Report 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326880" y="2916936"/>
            <a:ext cx="0" cy="329184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9418320" y="29169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complete cycle (read-only)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03720" y="5102352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231E33"/>
          </a:solidFill>
          <a:ln w="9525">
            <a:solidFill>
              <a:srgbClr val="231E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31736" y="5210068"/>
            <a:ext cx="351495" cy="351495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031736" y="5210068"/>
            <a:ext cx="351495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492959" y="5102352"/>
            <a:ext cx="40376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governance</a:t>
            </a:r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across both clocks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Section 1 owns, and who depends on it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4937760" cy="1700784"/>
          </a:xfrm>
          <a:prstGeom prst="roundRect">
            <a:avLst>
              <a:gd name="adj" fmla="val 3226"/>
            </a:avLst>
          </a:prstGeom>
          <a:solidFill>
            <a:srgbClr val="15302D"/>
          </a:solidFill>
          <a:ln w="9525">
            <a:solidFill>
              <a:srgbClr val="1530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444752"/>
            <a:ext cx="30614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5-MINUTE CYCLE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1444752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whether or not anyone asks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5216" y="1737360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D242E"/>
          </a:solidFill>
          <a:ln w="22225">
            <a:solidFill>
              <a:srgbClr val="E2B5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2148840"/>
            <a:ext cx="384048" cy="384048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" y="1737360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&amp; chart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999488" y="2340864"/>
            <a:ext cx="201168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237232" y="1737360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28672" y="2148840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2867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804160" y="1737360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(MCDs)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1504" y="2340864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889248" y="1737360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80688" y="2148840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98068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456176" y="1737360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entry zones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456432"/>
            <a:ext cx="4937760" cy="1700784"/>
          </a:xfrm>
          <a:prstGeom prst="roundRect">
            <a:avLst>
              <a:gd name="adj" fmla="val 3226"/>
            </a:avLst>
          </a:prstGeom>
          <a:solidFill>
            <a:srgbClr val="17243A"/>
          </a:solidFill>
          <a:ln w="9525">
            <a:solidFill>
              <a:srgbClr val="1724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5216" y="3529584"/>
            <a:ext cx="30614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QUESTION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2679192" y="352958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latest complete cycle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85216" y="3822192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6656" y="423367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6656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152144" y="3822192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routing &amp; knowledge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999488" y="4425696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237232" y="3822192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8672" y="423367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328672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804160" y="3822192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AI reply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651504" y="4425696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3889248" y="3822192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980688" y="423367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98068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456176" y="3822192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&amp; Report 2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926080" y="3099816"/>
            <a:ext cx="0" cy="329184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3017520" y="3099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complete cycle (read-only)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57200" y="5285232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231E33"/>
          </a:solidFill>
          <a:ln w="9525">
            <a:solidFill>
              <a:srgbClr val="231E3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5216" y="5392948"/>
            <a:ext cx="351495" cy="351495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85216" y="5392948"/>
            <a:ext cx="351495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1046439" y="5285232"/>
            <a:ext cx="41290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governance</a:t>
            </a:r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across both clocks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806440" y="1371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5806440" y="1691640"/>
            <a:ext cx="5897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indicators on the M5 and M15 charts, plus the economic-calendar exporter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5806440" y="2148840"/>
            <a:ext cx="5897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collector and push worker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→ adjust → validate → promote, then push to the gateway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5806440" y="2606040"/>
            <a:ext cx="5897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ingestion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market_data_v6, point-in-time snapshots, indicator_statistics, economic_events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5806440" y="3063240"/>
            <a:ext cx="5897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renderer and R2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2-panel PNGs, private bucket, presigned download</a:t>
            </a:r>
            <a:endParaRPr lang="en-US" sz="1150" dirty="0"/>
          </a:p>
        </p:txBody>
      </p:sp>
      <p:sp>
        <p:nvSpPr>
          <p:cNvPr id="53" name="Text 50"/>
          <p:cNvSpPr txBox="1"/>
          <p:nvPr/>
        </p:nvSpPr>
        <p:spPr>
          <a:xfrm>
            <a:off x="5806440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TO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806440" y="4041648"/>
            <a:ext cx="384048" cy="384048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8064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6336792" y="397764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cycle-ready signal · closed bars · statistics for the cycle · active indicator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5806440" y="4645152"/>
            <a:ext cx="384048" cy="384048"/>
          </a:xfrm>
          <a:prstGeom prst="ellipse">
            <a:avLst/>
          </a:prstGeom>
          <a:solidFill>
            <a:srgbClr val="7FA8E8"/>
          </a:solidFill>
          <a:ln w="15875">
            <a:solidFill>
              <a:srgbClr val="7FA8E8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8064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6336792" y="4581144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AI reply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of closed OHLC · current price line · chart with its stamp · data status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5806440" y="5248656"/>
            <a:ext cx="384048" cy="384048"/>
          </a:xfrm>
          <a:prstGeom prst="ellipse">
            <a:avLst/>
          </a:prstGeom>
          <a:solidFill>
            <a:srgbClr val="7FA8E8"/>
          </a:solidFill>
          <a:ln w="15875">
            <a:solidFill>
              <a:srgbClr val="7FA8E8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80644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6336792" y="518464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&amp; Report 2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events · broker symbol specs · data status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5806440" y="5870448"/>
            <a:ext cx="5925312" cy="457200"/>
          </a:xfrm>
          <a:prstGeom prst="roundRect">
            <a:avLst>
              <a:gd name="adj" fmla="val 14000"/>
            </a:avLst>
          </a:prstGeom>
          <a:solidFill>
            <a:srgbClr val="2E2715"/>
          </a:solidFill>
          <a:ln w="9525">
            <a:solidFill>
              <a:srgbClr val="2E2715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0" y="58704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here:  </a:t>
            </a:r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one cycle, closed bars · A3 active-indicator setting · D1 freshness stamps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ORIGINAL DESIGN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as documented today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11274552" cy="2267712"/>
          </a:xfrm>
          <a:prstGeom prst="roundRect">
            <a:avLst>
              <a:gd name="adj" fmla="val 2016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399032"/>
            <a:ext cx="310896" cy="31089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434" y="1470538"/>
            <a:ext cx="167884" cy="1678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32688" y="1399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VPS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3730752"/>
            <a:ext cx="11274552" cy="2606040"/>
          </a:xfrm>
          <a:prstGeom prst="roundRect">
            <a:avLst>
              <a:gd name="adj" fmla="val 1754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6928" y="3803904"/>
            <a:ext cx="310896" cy="310896"/>
          </a:xfrm>
          <a:prstGeom prst="ellipse">
            <a:avLst/>
          </a:prstGeom>
          <a:solidFill>
            <a:srgbClr val="262F3B"/>
          </a:solidFill>
          <a:ln w="12700">
            <a:solidFill>
              <a:srgbClr val="262F3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34" y="3875410"/>
            <a:ext cx="167884" cy="1678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32688" y="38039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 ·  CLOUDFLARE R2  ·  VERCEL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94360" y="1810512"/>
            <a:ext cx="2542032" cy="1024128"/>
          </a:xfrm>
          <a:prstGeom prst="roundRect">
            <a:avLst>
              <a:gd name="adj" fmla="val 625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94360" y="1810512"/>
            <a:ext cx="2542032" cy="1024128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indicators × M5 and M15 + calendar EA. Export every minute at :59: 3,000 bars, newest bar still open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383280" y="1810512"/>
            <a:ext cx="2542032" cy="1024128"/>
          </a:xfrm>
          <a:prstGeom prst="roundRect">
            <a:avLst>
              <a:gd name="adj" fmla="val 625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383280" y="1810512"/>
            <a:ext cx="2542032" cy="1024128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 at :05 (M15 every 15). Collect → adjust → validate → promote. A missing source rejects the cycle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72200" y="1810512"/>
            <a:ext cx="2542032" cy="1024128"/>
          </a:xfrm>
          <a:prstGeom prst="roundRect">
            <a:avLst>
              <a:gd name="adj" fmla="val 625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172200" y="1810512"/>
            <a:ext cx="2542032" cy="1024128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xauusd.db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3,000-bar buffer per timeframe and outbox. Bars re-computed and re-pushed until they leave the window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61120" y="1810512"/>
            <a:ext cx="2542032" cy="1024128"/>
          </a:xfrm>
          <a:prstGeom prst="roundRect">
            <a:avLst>
              <a:gd name="adj" fmla="val 625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961120" y="1810512"/>
            <a:ext cx="2542032" cy="1024128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worker v5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isolated lanes: prices, statistics, events. 500 rows per cycle, one row per request, oldest first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163824" y="2322576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952744" y="2322576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8741664" y="2322576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172200" y="2926080"/>
            <a:ext cx="2542032" cy="548640"/>
          </a:xfrm>
          <a:prstGeom prst="roundRect">
            <a:avLst>
              <a:gd name="adj" fmla="val 1166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172200" y="2926080"/>
            <a:ext cx="2542032" cy="548640"/>
          </a:xfrm>
          <a:prstGeom prst="rect">
            <a:avLst/>
          </a:prstGeom>
          <a:noFill/>
          <a:ln/>
        </p:spPr>
        <p:txBody>
          <a:bodyPr wrap="square" lIns="88900" tIns="25400" rIns="88900" bIns="254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MT5Renderer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SQLite · 2 PNGs every ~300 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443216" y="2852928"/>
            <a:ext cx="0" cy="54864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594360" y="2926080"/>
            <a:ext cx="5330952" cy="548640"/>
          </a:xfrm>
          <a:prstGeom prst="roundRect">
            <a:avLst>
              <a:gd name="adj" fmla="val 1166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94360" y="2926080"/>
            <a:ext cx="5330952" cy="548640"/>
          </a:xfrm>
          <a:prstGeom prst="rect">
            <a:avLst/>
          </a:prstGeom>
          <a:noFill/>
          <a:ln/>
        </p:spPr>
        <p:txBody>
          <a:bodyPr wrap="square" lIns="88900" tIns="25400" rIns="88900" bIns="254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on the VPS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market-hours gate · stale-export guard (newest bar &gt; 600 s old on M5, &gt; 1,800 s on M15) · cycle rejected if a source is missing or sources disagree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8961120" y="4224528"/>
            <a:ext cx="2542032" cy="868680"/>
          </a:xfrm>
          <a:prstGeom prst="roundRect">
            <a:avLst>
              <a:gd name="adj" fmla="val 7368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961120" y="4224528"/>
            <a:ext cx="2542032" cy="868680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gateway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check · UPSERT · snapshot once a bar has closed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10232136" y="2852928"/>
            <a:ext cx="0" cy="1353312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6172200" y="4224528"/>
            <a:ext cx="2542032" cy="868680"/>
          </a:xfrm>
          <a:prstGeom prst="roundRect">
            <a:avLst>
              <a:gd name="adj" fmla="val 7368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172200" y="4224528"/>
            <a:ext cx="2542032" cy="868680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R2 → download route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keys · 48-hour prune · 401 signed out · 403 FREE · 307 presigned PRO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7443216" y="3493008"/>
            <a:ext cx="0" cy="713232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38" name="Shape 33"/>
          <p:cNvSpPr/>
          <p:nvPr/>
        </p:nvSpPr>
        <p:spPr>
          <a:xfrm>
            <a:off x="530352" y="4160520"/>
            <a:ext cx="5596128" cy="2048256"/>
          </a:xfrm>
          <a:prstGeom prst="roundRect">
            <a:avLst>
              <a:gd name="adj" fmla="val 2232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dash"/>
          </a:ln>
        </p:spPr>
      </p:sp>
      <p:sp>
        <p:nvSpPr>
          <p:cNvPr id="39" name="Shape 34"/>
          <p:cNvSpPr/>
          <p:nvPr/>
        </p:nvSpPr>
        <p:spPr>
          <a:xfrm>
            <a:off x="621792" y="42519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21792" y="4251960"/>
            <a:ext cx="2651760" cy="868680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market_data_v6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columns · re-fitted every cycle · live view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3364992" y="42519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364992" y="4251960"/>
            <a:ext cx="2651760" cy="868680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market_data_point_in_time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drifting columns frozen at bar close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621792" y="521208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21792" y="5212080"/>
            <a:ext cx="2651760" cy="868680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indicator_statistics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columns · 12 sources · append-only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3364992" y="521208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364992" y="5212080"/>
            <a:ext cx="2651760" cy="868680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economic_events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calendar · append-only · change-detected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10232136" y="5111496"/>
            <a:ext cx="0" cy="667512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0232136" y="5779008"/>
            <a:ext cx="-4087368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49" name="Text 44"/>
          <p:cNvSpPr txBox="1"/>
          <p:nvPr/>
        </p:nvSpPr>
        <p:spPr>
          <a:xfrm>
            <a:off x="6309360" y="5394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PostgreSQL (4 tables)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STATUS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Largely built, not yet running end to end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536192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5361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2112264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011680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gateway and PostgreSQL schema (103-column market_data_v6)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2871216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MT5Renderer uploading both chart variants every ~300 s, on a synthetic June fixture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831336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3730752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download route: 401 · 403 · 307 presigned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19272" y="1371600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83864" y="1536192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F0A54A"/>
          </a:solidFill>
          <a:ln w="9525">
            <a:solidFill>
              <a:srgbClr val="F0A5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83864" y="15361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DEPLOYED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502152" y="2112264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703320" y="2011680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.ex5 for the 10 statistic-emitting indicators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502152" y="2971800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03320" y="2871216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restart with the new schema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502152" y="3831336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703320" y="3730752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snapshot writes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502152" y="4690872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03320" y="4590288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Frozen-baseline mode and centroid watchdog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81344" y="1371600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45936" y="1536192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E5746A"/>
          </a:solidFill>
          <a:ln w="9525">
            <a:solidFill>
              <a:srgbClr val="E574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45936" y="15361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364224" y="2112264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65392" y="2011680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end-to-end cycle: “v6 has never written a row to PostgreSQL” (blueprint, 22 Sep)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364224" y="2971800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65392" y="2871216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Terminals A / B / S (failover code built, terminals not)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364224" y="3831336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65392" y="3730752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Push-worker throughput measured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043416" y="1371600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08008" y="1536192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B7A3E0"/>
          </a:solidFill>
          <a:ln w="9525">
            <a:solidFill>
              <a:srgbClr val="B7A3E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08008" y="15361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DISAGREE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9226296" y="2112264"/>
            <a:ext cx="100584" cy="100584"/>
          </a:xfrm>
          <a:prstGeom prst="ellipse">
            <a:avLst/>
          </a:prstGeom>
          <a:solidFill>
            <a:srgbClr val="B7A3E0"/>
          </a:solidFill>
          <a:ln w="12700">
            <a:solidFill>
              <a:srgbClr val="B7A3E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427464" y="2011680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migration on production: applied (market-data reference) vs not applied (blueprint §13)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226296" y="2971800"/>
            <a:ext cx="100584" cy="100584"/>
          </a:xfrm>
          <a:prstGeom prst="ellipse">
            <a:avLst/>
          </a:prstGeom>
          <a:solidFill>
            <a:srgbClr val="B7A3E0"/>
          </a:solidFill>
          <a:ln w="12700">
            <a:solidFill>
              <a:srgbClr val="B7A3E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427464" y="2871216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indicator_statistics on production: applied vs pending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226296" y="3831336"/>
            <a:ext cx="100584" cy="100584"/>
          </a:xfrm>
          <a:prstGeom prst="ellipse">
            <a:avLst/>
          </a:prstGeom>
          <a:solidFill>
            <a:srgbClr val="B7A3E0"/>
          </a:solidFill>
          <a:ln w="12700">
            <a:solidFill>
              <a:srgbClr val="B7A3E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427464" y="3730752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fix: “inert until recompiled” vs “compiled 9 Sep, not redeployed”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226296" y="4690872"/>
            <a:ext cx="100584" cy="100584"/>
          </a:xfrm>
          <a:prstGeom prst="ellipse">
            <a:avLst/>
          </a:prstGeom>
          <a:solidFill>
            <a:srgbClr val="B7A3E0"/>
          </a:solidFill>
          <a:ln w="12700">
            <a:solidFill>
              <a:srgbClr val="B7A3E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427464" y="4590288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Frozen-mode binaries: all 7 compiled 18 Sep (manifest) vs 5 of 7 missing (blueprint §13)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0606"/>
            </a:avLst>
          </a:prstGeom>
          <a:solidFill>
            <a:srgbClr val="2E2715"/>
          </a:solidFill>
          <a:ln w="9525">
            <a:solidFill>
              <a:srgbClr val="2E2715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0080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Stack D:  </a:t>
            </a:r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MCD1–3 outputs and today’s chart were not produced by the live pipeline. Section 1’s first job is one real, measured cycle.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WHAT’S MISSING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gaps between Section 1 and what Stack D needs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639312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1517904"/>
            <a:ext cx="457200" cy="457200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623060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14996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row is a stub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84832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5 s after the boundary, the newest M5 row holds about 5 s of trading for 5 minutes, and the newest M15 row for up to 15. MCDs and the chart read “latest”.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10896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can fire on a candle that changes before it closes.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61104" y="1371600"/>
            <a:ext cx="3639312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07408" y="1517904"/>
            <a:ext cx="457200" cy="457200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1623060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74336" y="14996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cycle key across timeframes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443984" y="2084832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cycle_id is per timeframe and per attempt, and only a log line marks a finished cycle. Nothing tells Stack D which M5 rows, M15 rows, statistics and chart belong together.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443984" y="310896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could combine states that never existed together.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65008" y="1371600"/>
            <a:ext cx="3639312" cy="2359152"/>
          </a:xfrm>
          <a:prstGeom prst="roundRect">
            <a:avLst>
              <a:gd name="adj" fmla="val 2713"/>
            </a:avLst>
          </a:prstGeom>
          <a:solidFill>
            <a:srgbClr val="33201F"/>
          </a:solidFill>
          <a:ln w="15875">
            <a:solidFill>
              <a:srgbClr val="E5746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11312" y="1517904"/>
            <a:ext cx="457200" cy="457200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468" y="1623060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78240" y="14996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of truth for the active indicator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8247888" y="2084832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indicators run on both charts and a missing source rejects the cycle, so every variant always has data. MCDs infer “active” from data, and the renderer uses its own overlay key.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8247888" y="310896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MCD returns INVALID on live data, and chart and AI can describe different channels.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3858768"/>
            <a:ext cx="3639312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03504" y="4005072"/>
            <a:ext cx="457200" cy="457200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4110228"/>
            <a:ext cx="246888" cy="24688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70432" y="398678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picked by “latest”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640080" y="4572000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MCDs take the newest statistics row. Its live_bar_ts is the still-open bar, and nothing checks that it belongs to the cycle being evaluated.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640080" y="559612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can be checked against the fit of a different moment.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261104" y="3858768"/>
            <a:ext cx="3639312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407408" y="4005072"/>
            <a:ext cx="457200" cy="457200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4110228"/>
            <a:ext cx="246888" cy="24688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974336" y="398678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stays on the VPS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4443984" y="4572000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collector rejects stale exports and the gateway reports healthy, but Stack D is never told “data is 20 minutes old” or “market closed”. Oldest-first pushing could delay the newest bars most.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4443984" y="559612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answer confidently on data that is 20 minutes old.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8065008" y="3858768"/>
            <a:ext cx="3639312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211312" y="4005072"/>
            <a:ext cx="457200" cy="457200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468" y="4110228"/>
            <a:ext cx="246888" cy="246888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778240" y="398678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and sensors read different copies</a:t>
            </a:r>
            <a:endParaRPr lang="en-US" sz="1250" dirty="0"/>
          </a:p>
        </p:txBody>
      </p:sp>
      <p:sp>
        <p:nvSpPr>
          <p:cNvPr id="42" name="Text 33"/>
          <p:cNvSpPr txBox="1"/>
          <p:nvPr/>
        </p:nvSpPr>
        <p:spPr>
          <a:xfrm>
            <a:off x="8247888" y="4572000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renderer draws from VPS SQLite, the MCDs read PostgreSQL. R2 keys carry no bar time, renders are synthetic for now, and there is no last-known-good image.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8247888" y="559612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can show a different moment from the numbers.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REVISED DESIGN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pipeline, seven additions at the seams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4173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84832" y="1746504"/>
            <a:ext cx="219456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331720" y="1417320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31720" y="1417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822192" y="1746504"/>
            <a:ext cx="219456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69080" y="141732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69080" y="14173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worker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96712" y="1746504"/>
            <a:ext cx="219456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943600" y="1417320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0" y="1417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34072" y="1746504"/>
            <a:ext cx="219456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680960" y="1417320"/>
            <a:ext cx="1691640" cy="658368"/>
          </a:xfrm>
          <a:prstGeom prst="roundRect">
            <a:avLst>
              <a:gd name="adj" fmla="val 972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80960" y="14173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400032" y="1746504"/>
            <a:ext cx="219456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46920" y="1417320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9646920" y="141732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2 · 5 · 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331720" y="2331720"/>
            <a:ext cx="3337560" cy="457200"/>
          </a:xfrm>
          <a:prstGeom prst="roundRect">
            <a:avLst>
              <a:gd name="adj" fmla="val 1400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331720" y="23317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MT5Renderer → private R2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63440" y="1234440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6344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309360" y="1234440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93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720840" y="1234440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2084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001000" y="1234440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010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412480" y="1234440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823960" y="1234440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8239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40680" y="2194560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4068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7200" y="3063240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6928" y="3172968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6928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987552" y="3136392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bars first + cycle manifest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585216" y="3611880"/>
            <a:ext cx="2459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push worker sends the cycle’s newest bars ahead of the backlog, then a short manifest: slot time, collection cycle ids, bar counts, newest bar times.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319272" y="3063240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429000" y="3172968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42900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3849624" y="3136392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stamp and ready signal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3447288" y="3611880"/>
            <a:ext cx="2459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checks the manifest against what landed, writes one market_cycles row per slot with a status, and queues the Section 2 job keyed by slot.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181344" y="3063240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291072" y="3172968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291072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6711696" y="3136392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Active-indicator setting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6309360" y="3611880"/>
            <a:ext cx="2459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admin setting per timeframe, effective from a slot and logged. MCDs, renderer and UI read it; detection stays only as a cross-check.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9043416" y="3063240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53144" y="3172968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153144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9573768" y="3136392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Closed-bar view + current price</a:t>
            </a:r>
            <a:endParaRPr lang="en-US" sz="1150" dirty="0"/>
          </a:p>
        </p:txBody>
      </p:sp>
      <p:sp>
        <p:nvSpPr>
          <p:cNvPr id="60" name="Text 57"/>
          <p:cNvSpPr txBox="1"/>
          <p:nvPr/>
        </p:nvSpPr>
        <p:spPr>
          <a:xfrm>
            <a:off x="9171432" y="3611880"/>
            <a:ext cx="2459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read closed bars only. The still-open bar is exposed once, as “last price at hh:mm:ss”.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57200" y="4764024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66928" y="4873752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66928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987552" y="4837176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matched to the slot</a:t>
            </a:r>
            <a:endParaRPr lang="en-US" sz="1150" dirty="0"/>
          </a:p>
        </p:txBody>
      </p:sp>
      <p:sp>
        <p:nvSpPr>
          <p:cNvPr id="65" name="Text 62"/>
          <p:cNvSpPr txBox="1"/>
          <p:nvPr/>
        </p:nvSpPr>
        <p:spPr>
          <a:xfrm>
            <a:off x="585216" y="5312664"/>
            <a:ext cx="2459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uses the statistics row captured at the same slot for the active source. No match means STALE, never “latest available”.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319272" y="4764024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429000" y="4873752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429000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3849624" y="4837176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stamped and kept</a:t>
            </a:r>
            <a:endParaRPr lang="en-US" sz="1150" dirty="0"/>
          </a:p>
        </p:txBody>
      </p:sp>
      <p:sp>
        <p:nvSpPr>
          <p:cNvPr id="70" name="Text 67"/>
          <p:cNvSpPr txBox="1"/>
          <p:nvPr/>
        </p:nvSpPr>
        <p:spPr>
          <a:xfrm>
            <a:off x="3447288" y="5312664"/>
            <a:ext cx="2459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renderer draws the setting’s indicator, writes slot, last bar and overlay into the image metadata and title, and keeps the last good image.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6181344" y="4764024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291072" y="4873752"/>
            <a:ext cx="329184" cy="329184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291072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74" name="Text 71"/>
          <p:cNvSpPr txBox="1"/>
          <p:nvPr/>
        </p:nvSpPr>
        <p:spPr>
          <a:xfrm>
            <a:off x="6711696" y="4837176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status</a:t>
            </a:r>
            <a:endParaRPr lang="en-US" sz="1150" dirty="0"/>
          </a:p>
        </p:txBody>
      </p:sp>
      <p:sp>
        <p:nvSpPr>
          <p:cNvPr id="75" name="Text 72"/>
          <p:cNvSpPr txBox="1"/>
          <p:nvPr/>
        </p:nvSpPr>
        <p:spPr>
          <a:xfrm>
            <a:off x="6309360" y="5312664"/>
            <a:ext cx="2459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is FRESH, DELAYED, STALE or MARKET CLOSED. Sections 5 and 6 read it before answering or sizing.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9043416" y="4764024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dash"/>
          </a:ln>
        </p:spPr>
      </p:sp>
      <p:sp>
        <p:nvSpPr>
          <p:cNvPr id="77" name="Text 74"/>
          <p:cNvSpPr txBox="1"/>
          <p:nvPr/>
        </p:nvSpPr>
        <p:spPr>
          <a:xfrm>
            <a:off x="9171432" y="4855464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150" dirty="0"/>
          </a:p>
        </p:txBody>
      </p:sp>
      <p:sp>
        <p:nvSpPr>
          <p:cNvPr id="78" name="Text 75"/>
          <p:cNvSpPr txBox="1"/>
          <p:nvPr/>
        </p:nvSpPr>
        <p:spPr>
          <a:xfrm>
            <a:off x="9171432" y="5266944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MQL5 computes every value · 4-stage collector · isolated push lanes · UPSERT live table · point-in-time snapshots · append-only statistics · private R2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RETUNES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channel itself changes: promotes and frozen lines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5532120" cy="4892040"/>
          </a:xfrm>
          <a:prstGeom prst="roundRect">
            <a:avLst>
              <a:gd name="adj" fmla="val 1308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813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(BUILT, NOT YET DEPLOYED)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28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Terminals A, B and S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carry the tunable indicators and alternate; only one feeds the collector. S carries 8 OHLCV charts for the currency &amp; gold index and never alternates.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97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collector to the standby. About 6,000 rows re-push over 5–6 minutes, oldest first, so the newest bars change last. Rollback is another switch.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5661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channel mode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 centroid channel to an approved line: 0 of 44 bars repainted in testing, against 44 of 44 in dynamic mode. Statistics keep measuring fit to the frozen line.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434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watchdog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standby, confirms a new centroid on closed bars, then alerts the administrator.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3035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record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 change mints a new config_hash in indicator_configs.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9632" y="1371600"/>
            <a:ext cx="5532120" cy="4892040"/>
          </a:xfrm>
          <a:prstGeom prst="roundRect">
            <a:avLst>
              <a:gd name="adj" fmla="val 1308"/>
            </a:avLst>
          </a:prstGeom>
          <a:solidFill>
            <a:srgbClr val="1D242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2512" y="14813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STACK D NEEDS FROM 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382512" y="1883664"/>
            <a:ext cx="310896" cy="3108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82512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1828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promote is an event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with its effective slot, terminal, config hash per source and mode (dynamic or frozen).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82512" y="2752344"/>
            <a:ext cx="310896" cy="3108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82512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1228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RETUNING until the window settles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those 5–6 minutes the window mixes old and new tuning. Cycles say so, and sensors report CAUTIONARY.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82512" y="3621024"/>
            <a:ext cx="310896" cy="3108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82512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12280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switch for everything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active-indicator setting, the chart overlay and the MCDs change on the same slot as the promote.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82512" y="4489704"/>
            <a:ext cx="310896" cy="3108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82512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1228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fit is a quality signal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and containment against the approved line tell Section 2 whether that line still describes the market.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382512" y="5358384"/>
            <a:ext cx="310896" cy="3108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82512" y="5358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812280" y="5303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alerts are kept   </a:t>
            </a:r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events for Section 2 now and for proactive alerts later (G5).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CHANGE LIST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Keep, change, add, remove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697480" cy="489204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536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2112264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011680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MQL5 computes every value; the collector only validates and forwards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807208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2706624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indicators on both charts; a missing source rejects the cycle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502152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3401568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live table + point-in-time snapshots + append-only statistics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197096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4096512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push lanes for prices, statistics and events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4892040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" y="4791456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R2, presigned PRO download, both chart variants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5586984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1248" y="5486400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 candle drawn hollow on the chart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19272" y="1371600"/>
            <a:ext cx="2697480" cy="489204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83864" y="1536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0A54A"/>
          </a:solidFill>
          <a:ln w="9525">
            <a:solidFill>
              <a:srgbClr val="F0A5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83864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502152" y="2112264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03320" y="2011680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order: the cycle’s newest bars first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502152" y="2807208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03320" y="2706624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and OHLC read closed bars only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502152" y="3502152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703320" y="3401568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looked up by slot, not by “latest”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502152" y="4197096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703320" y="4096512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draws the indicator from the setting, one key per timeframe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502152" y="4892040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703320" y="4791456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keeps its last good image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81344" y="1371600"/>
            <a:ext cx="2697480" cy="489204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45936" y="1536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2B54E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45936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364224" y="2112264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565392" y="2011680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market_cycles row per slot with its status, plus a ready signal to Section 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364224" y="2807208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65392" y="2706624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events and a RETUNING status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364224" y="3502152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565392" y="3401568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Active-indicator setting per timeframe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364224" y="419709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565392" y="4096512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status: fresh · delayed · stale · market closed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364224" y="4892040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565392" y="4791456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stamp: slot, last bar, overlay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364224" y="5586984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565392" y="5486400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specs export for Engine 4 (E4)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043416" y="1371600"/>
            <a:ext cx="2697480" cy="489204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208008" y="1536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5746A"/>
          </a:solidFill>
          <a:ln w="9525">
            <a:solidFill>
              <a:srgbClr val="E5746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208008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9226296" y="2112264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427464" y="2011680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“Latest row” reads anywhere in Stack D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9226296" y="2807208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427464" y="2706624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indicator inferred from which columns hold data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9226296" y="3502152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427464" y="3401568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captured_at DESC LIMIT 1 without a slot match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9226296" y="4197096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427464" y="4096512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target_indicator_override outside tests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ONE CYCLE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cycle, step by step: the 20:55 slot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1883664"/>
            <a:ext cx="6263640" cy="0"/>
          </a:xfrm>
          <a:prstGeom prst="line">
            <a:avLst/>
          </a:prstGeom>
          <a:noFill/>
          <a:ln w="25400">
            <a:solidFill>
              <a:srgbClr val="323C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682496"/>
            <a:ext cx="402336" cy="40233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335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20:55:00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267712"/>
            <a:ext cx="1188720" cy="1783080"/>
          </a:xfrm>
          <a:prstGeom prst="roundRect">
            <a:avLst>
              <a:gd name="adj" fmla="val 5385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340864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bar 20:50 closes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017520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opened at 20:55 starts forming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10512" y="1682496"/>
            <a:ext cx="402336" cy="40233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81051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700784" y="1335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20:55:05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700784" y="2267712"/>
            <a:ext cx="1188720" cy="1783080"/>
          </a:xfrm>
          <a:prstGeom prst="roundRect">
            <a:avLst>
              <a:gd name="adj" fmla="val 5385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792224" y="2340864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reads the exports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792224" y="3017520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across 15 sources; retry up to 3× if they disagree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054096" y="1682496"/>
            <a:ext cx="402336" cy="40233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54096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944368" y="1335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944368" y="2267712"/>
            <a:ext cx="1188720" cy="1783080"/>
          </a:xfrm>
          <a:prstGeom prst="roundRect">
            <a:avLst>
              <a:gd name="adj" fmla="val 5385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35808" y="2340864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newest bars first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035808" y="3017520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the cycle manifest for the 20:55 slot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1682496"/>
            <a:ext cx="402336" cy="40233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29768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187952" y="1335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187952" y="2267712"/>
            <a:ext cx="1188720" cy="1783080"/>
          </a:xfrm>
          <a:prstGeom prst="roundRect">
            <a:avLst>
              <a:gd name="adj" fmla="val 5385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279392" y="2340864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upsert + snapshot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279392" y="3017520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manifest, writes market_cycles (FRESH)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41264" y="1682496"/>
            <a:ext cx="402336" cy="40233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54126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31536" y="1335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431536" y="2267712"/>
            <a:ext cx="1188720" cy="1783080"/>
          </a:xfrm>
          <a:prstGeom prst="roundRect">
            <a:avLst>
              <a:gd name="adj" fmla="val 5385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522976" y="2340864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ready → Section 2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522976" y="3017520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then synthesis, run on closed bars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784848" y="1682496"/>
            <a:ext cx="402336" cy="40233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84848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675120" y="1335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675120" y="2267712"/>
            <a:ext cx="1188720" cy="1783080"/>
          </a:xfrm>
          <a:prstGeom prst="roundRect">
            <a:avLst>
              <a:gd name="adj" fmla="val 5385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66560" y="2340864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→ R2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017520"/>
            <a:ext cx="1024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stamped 20:55 with last bar and overlay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224528"/>
            <a:ext cx="7379208" cy="2057400"/>
          </a:xfrm>
          <a:prstGeom prst="roundRect">
            <a:avLst>
              <a:gd name="adj" fmla="val 3111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0080" y="43525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20:55 CYCLE CONTAINS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493776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 txBox="1"/>
          <p:nvPr/>
        </p:nvSpPr>
        <p:spPr>
          <a:xfrm>
            <a:off x="640080" y="475488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1280160" y="47548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OHLC:  </a:t>
            </a:r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bars up to the 20:50 bar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434840" y="47548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open:  </a:t>
            </a:r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20:55 bar, as “last price at 20:55:05”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40080" y="54681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1280160" y="54681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OHLC:  </a:t>
            </a:r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bars up to the 20:30 bar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4434840" y="54681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open:  </a:t>
            </a:r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20:45 bar; refreshes at the 21:00 slot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8092440" y="1335024"/>
            <a:ext cx="3639312" cy="4946904"/>
          </a:xfrm>
          <a:prstGeom prst="roundRect">
            <a:avLst>
              <a:gd name="adj" fmla="val 1759"/>
            </a:avLst>
          </a:prstGeom>
          <a:solidFill>
            <a:srgbClr val="1D242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27532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TARGETS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8275320" y="18745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min</a:t>
            </a:r>
            <a:endParaRPr lang="en-US" sz="2600" dirty="0"/>
          </a:p>
        </p:txBody>
      </p:sp>
      <p:sp>
        <p:nvSpPr>
          <p:cNvPr id="57" name="Text 54"/>
          <p:cNvSpPr txBox="1"/>
          <p:nvPr/>
        </p:nvSpPr>
        <p:spPr>
          <a:xfrm>
            <a:off x="8275320" y="23865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to cycle ready, normal case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8275320" y="30175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 min</a:t>
            </a:r>
            <a:endParaRPr lang="en-US" sz="2600" dirty="0"/>
          </a:p>
        </p:txBody>
      </p:sp>
      <p:sp>
        <p:nvSpPr>
          <p:cNvPr id="59" name="Text 56"/>
          <p:cNvSpPr txBox="1"/>
          <p:nvPr/>
        </p:nvSpPr>
        <p:spPr>
          <a:xfrm>
            <a:off x="8275320" y="35295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collector retries (65 s apart, up to 3 tries)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8275320" y="41605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10 min</a:t>
            </a:r>
            <a:endParaRPr lang="en-US" sz="2600" dirty="0"/>
          </a:p>
        </p:txBody>
      </p:sp>
      <p:sp>
        <p:nvSpPr>
          <p:cNvPr id="61" name="Text 58"/>
          <p:cNvSpPr txBox="1"/>
          <p:nvPr/>
        </p:nvSpPr>
        <p:spPr>
          <a:xfrm>
            <a:off x="8275320" y="46725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ready cycle → STALE, matching the VPS guard’s 600 s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8275320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by measuring the first real cycles.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RULES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rules the rest of Stack D can rely 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639312" cy="1517904"/>
          </a:xfrm>
          <a:prstGeom prst="roundRect">
            <a:avLst>
              <a:gd name="adj" fmla="val 421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1517904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E2715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" y="151790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499616" y="15179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1975104"/>
            <a:ext cx="3328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cycle per 5-minute slot, keyed by slot time in UTC (e.g. XAUUSD @ 20:55). The M15 part refreshes on :00, :15, :30 and :45. Collection cycle ids stay as provenance.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61104" y="1371600"/>
            <a:ext cx="3639312" cy="1517904"/>
          </a:xfrm>
          <a:prstGeom prst="roundRect">
            <a:avLst>
              <a:gd name="adj" fmla="val 421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07408" y="1517904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E2715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07408" y="151790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15179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bar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425696" y="1975104"/>
            <a:ext cx="3328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is closed when its open time plus its period is at or before the slot. Sensors and OHLC windows use closed bars only.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65008" y="1371600"/>
            <a:ext cx="3639312" cy="1517904"/>
          </a:xfrm>
          <a:prstGeom prst="roundRect">
            <a:avLst>
              <a:gd name="adj" fmla="val 421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11312" y="1517904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E2715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11312" y="151790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9107424" y="15179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1975104"/>
            <a:ext cx="3328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still-open M5 bar is exposed once, as “last price at hh:mm:ss”, and labelled. The chart keeps drawing it hollow.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017520"/>
            <a:ext cx="3639312" cy="1517904"/>
          </a:xfrm>
          <a:prstGeom prst="roundRect">
            <a:avLst>
              <a:gd name="adj" fmla="val 421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" y="3163824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E2715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3504" y="316382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499616" y="3163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21792" y="3621024"/>
            <a:ext cx="3328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 day of OHLC” means the last 288 closed M5 bars and 96 closed M15 bars: trading bars, skipping market-closed gaps.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61104" y="3017520"/>
            <a:ext cx="3639312" cy="1517904"/>
          </a:xfrm>
          <a:prstGeom prst="roundRect">
            <a:avLst>
              <a:gd name="adj" fmla="val 421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07408" y="3163824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E2715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07408" y="316382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303520" y="3163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425696" y="3621024"/>
            <a:ext cx="3328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uses the statistics row captured at the slot where its timeframe was last collected, for the active source. No match means STALE.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065008" y="3017520"/>
            <a:ext cx="3639312" cy="1517904"/>
          </a:xfrm>
          <a:prstGeom prst="roundRect">
            <a:avLst>
              <a:gd name="adj" fmla="val 421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211312" y="3163824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E2715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11312" y="316382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6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9107424" y="3163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indicator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229600" y="3621024"/>
            <a:ext cx="3328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setting: one channel indicator per timeframe. A change takes effect from a named slot for MCDs, chart and UI together.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57200" y="4663440"/>
            <a:ext cx="3639312" cy="1517904"/>
          </a:xfrm>
          <a:prstGeom prst="roundRect">
            <a:avLst>
              <a:gd name="adj" fmla="val 421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3504" y="4809744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E2715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03504" y="48097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7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1499616" y="48097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status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621792" y="5266944"/>
            <a:ext cx="3328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 carries FRESH, DELAYED, STALE or MARKET CLOSED. Downstream sections decide what each status allows.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261104" y="4663440"/>
            <a:ext cx="3639312" cy="1517904"/>
          </a:xfrm>
          <a:prstGeom prst="roundRect">
            <a:avLst>
              <a:gd name="adj" fmla="val 421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407408" y="4809744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E2715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407408" y="48097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5303520" y="48097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stamp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4425696" y="5266944"/>
            <a:ext cx="3328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carries its slot, last bar and overlay. An image from a different slot never reaches the prompt.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8065008" y="4663440"/>
            <a:ext cx="3639312" cy="1517904"/>
          </a:xfrm>
          <a:prstGeom prst="roundRect">
            <a:avLst>
              <a:gd name="adj" fmla="val 4217"/>
            </a:avLst>
          </a:prstGeom>
          <a:solidFill>
            <a:srgbClr val="1D242E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211312" y="4809744"/>
            <a:ext cx="786384" cy="347472"/>
          </a:xfrm>
          <a:prstGeom prst="roundRect">
            <a:avLst>
              <a:gd name="adj" fmla="val 21053"/>
            </a:avLst>
          </a:prstGeom>
          <a:solidFill>
            <a:srgbClr val="2E2715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11312" y="48097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9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9107424" y="48097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Retune</a:t>
            </a:r>
            <a:endParaRPr lang="en-US" sz="1250" dirty="0"/>
          </a:p>
        </p:txBody>
      </p:sp>
      <p:sp>
        <p:nvSpPr>
          <p:cNvPr id="52" name="Text 49"/>
          <p:cNvSpPr txBox="1"/>
          <p:nvPr/>
        </p:nvSpPr>
        <p:spPr>
          <a:xfrm>
            <a:off x="8229600" y="5266944"/>
            <a:ext cx="3328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promote is an event with an effective slot. Until the re-pushed window is complete, cycles are RETUNING and sensors report CAUTIONARY.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HANDOFFS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Section 1 hands on, and what it replaces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4434840"/>
                <a:gridCol w="30906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Cycle-ready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keyed by slot, sent once the cycle is complete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Polling for the newest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bars per MCD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Closed-bar view (rule 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the newest, still-open row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Statistics for the 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at the slot for the active source (rule 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captured_at DESC LIMIT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2 ·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indicator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 per timeframe, effective from a slot (rule 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Inferring it from which columns hold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 / retune 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slot, terminal, config hash per source, dynamic or frozen (rule 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Nothing: a retune rewrites history silently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of OHLC + current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 M5 + 96 M15 closed bars and one labelled price line (rules 3, 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bars × 103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image with slot, last bar and overlay in metadata (rule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key, no bar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 ·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· DELAYED · STALE · MARKET CLOSED (rule 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table; keep time_mode for approximate times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symbol specs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size, lot min / step, spread, commission, swap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oz and a 0.01 step hard-coded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7A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market_cycles rows with status and timings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log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DECISIONS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 decisions, settled 29 September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03120"/>
                <a:gridCol w="4709160"/>
                <a:gridCol w="2862072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chosen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D cycle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time of the M5 collection (UTC); collection cycle ids kept as provenance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collection cycle_id (per timeframe and attempt)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declares “cycle ready”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worker sends a manifest; gateway checks it, writes market_cycles, queues the job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infers completeness from arriving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indicator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setting per timeframe, effective from a slot; starts at M15 non_b, M5 best_fit_a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indicator shared by both timeframes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still-open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out of sensors and OHLC; exposed once as a labelled last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it entirely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thresholds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≤ 2 min normal, ≤ 4 min with retries; STALE after 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only after measuring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ordering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Newest-first lane built now; throughput measured alongside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first, change later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production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Rendered on the VPS, stamped per slot, last good image kept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on Railway from 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 / retune (new)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RETUNING until the re-pushed window completes; sensors report CAUTIONARY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a promote like any other 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61447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comes from the active-standby and frozen-baseline manifests. It is adopted provisionally; tell me if you want a promote handled differently.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DONE WHEN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 is finished when these checks pass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cycle, measured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1755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slot to cycle ready, and the age of the newest row (collected_at minus bar time).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751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market_cycles row per slot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675120" y="1755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status and timings; replaying a slot returns the same closed bars.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048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" y="2359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still-open bar downstream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00584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forming-bar fixture never reaches a sensor window, an OHLC window or a statistics lookup.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404872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75120" y="2359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switch in one slot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667512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setting at slot T switches MCDs, chart and UI together at T.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92424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05840" y="3346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statistics → STALE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100584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“latest available”.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92424"/>
            <a:ext cx="384048" cy="38404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675120" y="3346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and closed are different</a:t>
            </a:r>
            <a:endParaRPr lang="en-US" sz="1350" dirty="0"/>
          </a:p>
        </p:txBody>
      </p:sp>
      <p:sp>
        <p:nvSpPr>
          <p:cNvPr id="25" name="Text 16"/>
          <p:cNvSpPr txBox="1"/>
          <p:nvPr/>
        </p:nvSpPr>
        <p:spPr>
          <a:xfrm>
            <a:off x="667512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stopped 15 min → STALE downstream; weekend → MARKET CLOSED.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79976"/>
            <a:ext cx="384048" cy="384048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05840" y="4334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stamp enforced</a:t>
            </a:r>
            <a:endParaRPr lang="en-US" sz="1350" dirty="0"/>
          </a:p>
        </p:txBody>
      </p:sp>
      <p:sp>
        <p:nvSpPr>
          <p:cNvPr id="28" name="Text 18"/>
          <p:cNvSpPr txBox="1"/>
          <p:nvPr/>
        </p:nvSpPr>
        <p:spPr>
          <a:xfrm>
            <a:off x="1005840" y="47183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from another slot stays out of the prompt; the last good image stays downloadable.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379976"/>
            <a:ext cx="384048" cy="38404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675120" y="4334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bars first under backlog</a:t>
            </a:r>
            <a:endParaRPr lang="en-US" sz="1350" dirty="0"/>
          </a:p>
        </p:txBody>
      </p:sp>
      <p:sp>
        <p:nvSpPr>
          <p:cNvPr id="31" name="Text 20"/>
          <p:cNvSpPr txBox="1"/>
          <p:nvPr/>
        </p:nvSpPr>
        <p:spPr>
          <a:xfrm>
            <a:off x="6675120" y="47183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full 3,000-bar re-queue, the cycle’s newest bars still land first.</a:t>
            </a:r>
            <a:endParaRPr lang="en-US" sz="11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367528"/>
            <a:ext cx="384048" cy="38404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005840" y="5321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rehearsed promote is visible</a:t>
            </a:r>
            <a:endParaRPr lang="en-US" sz="1350" dirty="0"/>
          </a:p>
        </p:txBody>
      </p:sp>
      <p:sp>
        <p:nvSpPr>
          <p:cNvPr id="34" name="Text 22"/>
          <p:cNvSpPr txBox="1"/>
          <p:nvPr/>
        </p:nvSpPr>
        <p:spPr>
          <a:xfrm>
            <a:off x="1005840" y="57058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show RETUNING, then FRESH; sensors report CAUTIONARY in between; the event names its slot and config hashes.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MARKET DATA &amp; CHART · CORRECTIONS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section corrects in earlier material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926080"/>
                <a:gridCol w="62910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statement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Rev-3 deck, slide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7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“SQLite staging + Python calc”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Python calc stack was parked on 9 Sep. MQL5 computes every value; the collector validates and forwards.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Rev-3 deck, slides 3 and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7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“Exports at second :59, every 5 minutes”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 every minute at :59; the collector reads every 5 minutes at :05, and M15 every 15.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7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“No cycle identifier”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collection cycle_id exists per timeframe and attempt. Missing: one key across timeframes and a ready signal.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A3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7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MCD2 and MCD3 disagree on test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than stated: on live data every variant has data every cycle, so the single-active check would always fail.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A2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7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MCD1–3 timestamps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from the live pipeline. The forming-bar finding rests on the pipeline documents instead (look-ahead issue §4).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Rev-3 deck, slide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7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“Contabo VPS”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blueprint names a Vultr Windows server; “Contabo” survives in folder names.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deck: Section 2 · Sensors (MCDs), after the decisions above are settled.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D Revised Architecture — Section 1: Market data &amp; chart</dc:title>
  <dc:subject>PptxGenJS Presentation</dc:subject>
  <dc:creator>DavinTrade</dc:creator>
  <cp:lastModifiedBy>DavinTrade</cp:lastModifiedBy>
  <cp:revision>1</cp:revision>
  <dcterms:created xsi:type="dcterms:W3CDTF">2026-09-29T15:41:29Z</dcterms:created>
  <dcterms:modified xsi:type="dcterms:W3CDTF">2026-09-29T15:41:29Z</dcterms:modified>
</cp:coreProperties>
</file>