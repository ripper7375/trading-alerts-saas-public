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to the main migration deck, expanding slide 14 ('Documents are the only memory'): the systematic view of how the six files cooperate.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 sessions are stateless: context dies when the session ends. The memory system externalizes state to disk, exactly like a well-run team externalizes knowledge into runbooks, tickets and logs so it survives any individual.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mirrors human memory: working memory (CLAUDE.md), procedural/habit memory (protocol), episodic memory of each day (orders), judgment memory (decision log), situational awareness (cutover table), and the semantic map of the world (file inventory). No overlap: each fact has exactly one home, so there is never a question of which file is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CLAUDE.md is special because the tool loads it by mechanism. Its two jobs: state and routing. It never explains how things work - that would duplicate the protocol and the copies would drift. The receptionist/handbook/job-sheet/binders chain is the read order in analogy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order matters: state first (where am I), rules second (how do I act), plan third (what do I do), verification last (is the plan still true). The spot-consults in step 4 are why stale files are dangerous — they are trusted as ground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1 is the fixed boot cost (~2 minutes). Tier 2 is indexed access: the order names the keys, the binders return the values. This keeps sessions fast AND keeps trust concentrated where the write-discipline guarantees freshness.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write order is deliberate: deviations while fresh, state so any interruption still leaves a valid CLAUDE.md, conditional updates, and the PRE-DRAFT last because it depends on all of the above.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chain protocol from the memory system's point of view: the PRE-DRAFT/DRAFT/APPROVED lifecycle is literally a file changing hands, and CONFIRM is the fresh mind re-validating inherited memory before trusting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matrix is why the chain protocol works without anyone seeing anyone else's transcript: every role reads the same files and writes only its own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Complements the who-reads/writes matrix: not only does each fact have one writer, it has one storage location. When Davin reviews any document and sees repeated content, that is a smell worth raising with the Advisor.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one concrete session end-to-end and the system stops being abstract: every file is touched exactly where its kind of memory is needed, and the next session reconstructs full context from disk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failure mode maps to one neglected file. The cutover-table row is the scariest: state drift there touches real money and real alerts. Your cheapest protection: when approving any DRAFT, spot-check that the previous session's writes actually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study checkpoint: the six questions map one-to-one onto the six files, and the five rules compress the read path, write path, ownership matrix, and design principles into memorizable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OPERATIONS  ·  COMPANION DECK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Memory System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seven markdown files give a stateless Claude Code a working,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permanent, shareable memory — and why each one exists.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2A387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245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234440" y="4709160"/>
            <a:ext cx="4846320" cy="640080"/>
          </a:xfrm>
          <a:prstGeom prst="line">
            <a:avLst/>
          </a:prstGeom>
          <a:noFill/>
          <a:ln w="19050">
            <a:solidFill>
              <a:srgbClr val="6C7D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67128" y="4160520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2A387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42245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PROTOCOL.md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52928" y="4709160"/>
            <a:ext cx="3227832" cy="640080"/>
          </a:xfrm>
          <a:prstGeom prst="line">
            <a:avLst/>
          </a:prstGeom>
          <a:noFill/>
          <a:ln w="19050">
            <a:solidFill>
              <a:srgbClr val="6C7D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85616" y="4160520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2A387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85616" y="42245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ORDER.md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71416" y="4709160"/>
            <a:ext cx="1609344" cy="640080"/>
          </a:xfrm>
          <a:prstGeom prst="line">
            <a:avLst/>
          </a:prstGeom>
          <a:noFill/>
          <a:ln w="19050">
            <a:solidFill>
              <a:srgbClr val="6C7D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04104" y="4160520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2A387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04104" y="42245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LOG.md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 flipH="1">
            <a:off x="6080760" y="4709160"/>
            <a:ext cx="9144" cy="640080"/>
          </a:xfrm>
          <a:prstGeom prst="line">
            <a:avLst/>
          </a:prstGeom>
          <a:noFill/>
          <a:ln w="19050">
            <a:solidFill>
              <a:srgbClr val="6C7D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22592" y="4160520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2A387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22592" y="42245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TABLE.md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 flipH="1">
            <a:off x="6080760" y="4709160"/>
            <a:ext cx="1627632" cy="640080"/>
          </a:xfrm>
          <a:prstGeom prst="line">
            <a:avLst/>
          </a:prstGeom>
          <a:noFill/>
          <a:ln w="19050">
            <a:solidFill>
              <a:srgbClr val="6C7D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41080" y="4160520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2A387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42245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MAP.md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 flipH="1">
            <a:off x="6080760" y="4709160"/>
            <a:ext cx="3246120" cy="640080"/>
          </a:xfrm>
          <a:prstGeom prst="line">
            <a:avLst/>
          </a:prstGeom>
          <a:noFill/>
          <a:ln w="19050">
            <a:solidFill>
              <a:srgbClr val="6C7D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59568" y="4160520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2A387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59568" y="42245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LESSONS.md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 flipH="1">
            <a:off x="6080760" y="4709160"/>
            <a:ext cx="4864608" cy="640080"/>
          </a:xfrm>
          <a:prstGeom prst="line">
            <a:avLst/>
          </a:prstGeom>
          <a:noFill/>
          <a:ln w="19050">
            <a:solidFill>
              <a:srgbClr val="6C7D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74920" y="5349240"/>
            <a:ext cx="2011680" cy="91440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5596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docs/migration-orders/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THIS SYSTEM SOLVES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wakes up with amnesia — every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BEAE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memory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which session is current or what yesterday did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67004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Re-derives the plan from scratch — differently each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328416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decisions you already made (or contradicts them)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986784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 a slice is mid-shadow-run — edits frozen code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64515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approvals live in chat scrollback, unfindable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E2F4F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memory system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0116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oriented in ~2 minutes by reading files, not chat history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6700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 pre-approved plan instead of improvising one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332841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has one recorded answer with evidence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398678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state (clocks, shadow-runs) checked before any action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4645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parties — Executor, Advisor, you — share ONE ground truth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57150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rule: everything that must survive a session's end is WRITTEN — “if it isn't written, it didn't happen.”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OF LABOR — EACH FILE ANSWERS ONE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files, seven kinds of memory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3675888" cy="2258568"/>
          </a:xfrm>
          <a:prstGeom prst="roundRect">
            <a:avLst>
              <a:gd name="adj" fmla="val 3644"/>
            </a:avLst>
          </a:prstGeom>
          <a:solidFill>
            <a:srgbClr val="F2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298448"/>
            <a:ext cx="3310128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7007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975104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am I right now?”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304288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session, current order + status, waiting-on clocks, open flags. Auto-read first, rewritten at every close.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1115568"/>
            <a:ext cx="3675888" cy="2258568"/>
          </a:xfrm>
          <a:prstGeom prst="roundRect">
            <a:avLst>
              <a:gd name="adj" fmla="val 3644"/>
            </a:avLst>
          </a:prstGeom>
          <a:solidFill>
            <a:srgbClr val="F2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1298448"/>
            <a:ext cx="3310128" cy="310896"/>
          </a:xfrm>
          <a:prstGeom prst="roundRect">
            <a:avLst>
              <a:gd name="adj" fmla="val 23529"/>
            </a:avLst>
          </a:prstGeom>
          <a:solidFill>
            <a:srgbClr val="0E8C81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28016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 (habits)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17720" y="17007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EXECUTOR-PROTOCOL.md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17720" y="1975104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behave?”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17720" y="2304288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unchanging rules: open/execute/close lifecycle, stop-and-ask triggers, do-not-touch list. Frozen — like muscle memory.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366760" y="1115568"/>
            <a:ext cx="3675888" cy="2258568"/>
          </a:xfrm>
          <a:prstGeom prst="roundRect">
            <a:avLst>
              <a:gd name="adj" fmla="val 3644"/>
            </a:avLst>
          </a:prstGeom>
          <a:solidFill>
            <a:srgbClr val="F2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549640" y="1298448"/>
            <a:ext cx="3310128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128016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(the day)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49640" y="17007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&lt;session&gt;.migration-order.md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49640" y="1975104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I do today — and what actually happened?”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49640" y="2304288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session: the approved plan going in, the Deviations record coming out.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3675888" cy="2258568"/>
          </a:xfrm>
          <a:prstGeom prst="roundRect">
            <a:avLst>
              <a:gd name="adj" fmla="val 3644"/>
            </a:avLst>
          </a:prstGeom>
          <a:solidFill>
            <a:srgbClr val="F2F6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557016"/>
            <a:ext cx="3310128" cy="310896"/>
          </a:xfrm>
          <a:prstGeom prst="roundRect">
            <a:avLst>
              <a:gd name="adj" fmla="val 23529"/>
            </a:avLst>
          </a:prstGeom>
          <a:solidFill>
            <a:srgbClr val="0E8C8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53872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memory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" y="395935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DECISION-LOG.md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4233672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we choose this?”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4562856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resolution with evidence and approver. Append-only — decisions never get re-litigated by accident.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34840" y="3374136"/>
            <a:ext cx="3675888" cy="2258568"/>
          </a:xfrm>
          <a:prstGeom prst="roundRect">
            <a:avLst>
              <a:gd name="adj" fmla="val 3644"/>
            </a:avLst>
          </a:prstGeom>
          <a:solidFill>
            <a:srgbClr val="F2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4617720" y="3557016"/>
            <a:ext cx="3310128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353872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17720" y="395935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migration-cutover-table.md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17720" y="4233672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runs where, right now?”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17720" y="4562856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position of every slice: MONOLITH → … → RETIRED. The file that prevents two workers dispatching at once.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66760" y="3374136"/>
            <a:ext cx="3675888" cy="2258568"/>
          </a:xfrm>
          <a:prstGeom prst="roundRect">
            <a:avLst>
              <a:gd name="adj" fmla="val 3644"/>
            </a:avLst>
          </a:prstGeom>
          <a:solidFill>
            <a:srgbClr val="F2F6FC"/>
          </a:solidFill>
          <a:ln/>
        </p:spPr>
      </p:sp>
      <p:sp>
        <p:nvSpPr>
          <p:cNvPr id="35" name="Shape 33"/>
          <p:cNvSpPr/>
          <p:nvPr/>
        </p:nvSpPr>
        <p:spPr>
          <a:xfrm>
            <a:off x="8549640" y="3557016"/>
            <a:ext cx="3310128" cy="310896"/>
          </a:xfrm>
          <a:prstGeom prst="roundRect">
            <a:avLst>
              <a:gd name="adj" fmla="val 23529"/>
            </a:avLst>
          </a:prstGeom>
          <a:solidFill>
            <a:srgbClr val="0E8C81"/>
          </a:solidFill>
          <a:ln/>
        </p:spPr>
      </p:sp>
      <p:sp>
        <p:nvSpPr>
          <p:cNvPr id="36" name="Text 34"/>
          <p:cNvSpPr/>
          <p:nvPr/>
        </p:nvSpPr>
        <p:spPr>
          <a:xfrm>
            <a:off x="8549640" y="353872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(semantic memory)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549640" y="395935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migration-stack-analysis.md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549640" y="4233672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exists, and where does it belong?”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549640" y="4562856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653-file inventory by target stack — the terrain the Advisor plans routes across.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5742432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FF6E8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" y="5998464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B8860B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598017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memory (reflexes)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834640" y="5797296"/>
            <a:ext cx="8622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LESSONS-LEARNED.md   </a:t>
            </a:r>
            <a:pPr indent="0" marL="0">
              <a:lnSpc>
                <a:spcPts val="1250"/>
              </a:lnSpc>
              <a:buNone/>
            </a:pPr>
            <a:r>
              <a:rPr lang="en-US" sz="1100" b="1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must I never do again?”  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distilled from failures (test, CI/CD, deploy) — read at every open, harvested at close, capped &amp; consolidated so the reflexes stay sharp.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 is the router: auto-loaded, then it navigates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2F6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by MECHANISM, not by instruction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810512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injects CLAUDE.md into context at session start automatically. It is the only file that never has to be asked for; every other file is found because CLAUDE.md points to it.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2F6F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46304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dashboard, not a manual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0" y="1810512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kinds of content: STATE (current session, order + status, waiting-on clocks, open flags) and POINTERS (paths + one-line labels). Never procedures — those live once, in the protocol. Every line here costs context in all ~60 sessions, so it stays lean.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NAVIGATION CHAIN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E2F4F1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3913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receptionist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7512" y="42062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480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at 4B-3; your rules are that way”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82112" y="4343400"/>
            <a:ext cx="219456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379476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F2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3593592" y="3913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+ reflexes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93592" y="42062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· LESSONS-LEARNED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93592" y="4480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conduct + lessons from past failures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08192" y="4343400"/>
            <a:ext cx="219456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379476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F2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3913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job sheet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19672" y="42062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&lt;session&gt;.migration-order.md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519672" y="4480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approved plan + done-when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34272" y="4343400"/>
            <a:ext cx="219456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6" name="Shape 24"/>
          <p:cNvSpPr/>
          <p:nvPr/>
        </p:nvSpPr>
        <p:spPr>
          <a:xfrm>
            <a:off x="9281160" y="379476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F2F6FC"/>
          </a:solidFill>
          <a:ln/>
        </p:spPr>
      </p:sp>
      <p:sp>
        <p:nvSpPr>
          <p:cNvPr id="27" name="Text 25"/>
          <p:cNvSpPr/>
          <p:nvPr/>
        </p:nvSpPr>
        <p:spPr>
          <a:xfrm>
            <a:off x="9445752" y="3913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binders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445752" y="42062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· TABLE · MAP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445752" y="4480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to the page needed, on demand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562356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71500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about NOW or WHERE belongs in CLAUDE.md  ·  a line about HOW belongs in EXECUTOR-PROTOCOL.md or the skeleton rules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 sequence: how a fresh session gets oriented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27632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88720" y="146304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2F6FC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5727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0600" y="1536192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Auto-loaded. Answers: which session, which order file, what's waiting. The index to everything else.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121408"/>
            <a:ext cx="0" cy="32918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6151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9689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88720" y="2432304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2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25420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EXECUTOR-PROTOCOL.md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505456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rulebook: how to CONFIRM, when to stop-and-ask, what never to touch.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090672"/>
            <a:ext cx="0" cy="32918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584448"/>
            <a:ext cx="457200" cy="45720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56616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3401568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2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351129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order (APPROVED)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47472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for this session — steps, invariants, done-when checks.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4059936"/>
            <a:ext cx="0" cy="32918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5537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535424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88720" y="4370832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2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1417320" y="4480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Spot-consults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4443984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 do SOURCE files still match? · Cutover table + clocks: runtime state? · Decision Log: are my flags resolved?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5029200"/>
            <a:ext cx="0" cy="32918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5522976"/>
            <a:ext cx="457200" cy="45720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5504688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188720" y="5340096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E2F4F1"/>
          </a:solidFill>
          <a:ln/>
        </p:spPr>
      </p:sp>
      <p:sp>
        <p:nvSpPr>
          <p:cNvPr id="31" name="Text 29"/>
          <p:cNvSpPr/>
          <p:nvPr/>
        </p:nvSpPr>
        <p:spPr>
          <a:xfrm>
            <a:off x="1417320" y="54498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→ report → “go”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5413248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marked CONFIRMED, differences reported to Davin, execution starts only on his go.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640080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minutes of reading replaces everything a human teammate would have remembered overnight.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ECONOMY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tiers: always read in full vs consulted on demand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3291840"/>
          </a:xfrm>
          <a:prstGeom prst="roundRect">
            <a:avLst>
              <a:gd name="adj" fmla="val 2500"/>
            </a:avLst>
          </a:prstGeom>
          <a:solidFill>
            <a:srgbClr val="F2F6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36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ALWAYS, in full, every session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   </a:t>
            </a:r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auto-injected — no choice involved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EXECUTOR-PROTOCOL.md   </a:t>
            </a:r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habits: cheap to re-read, catastrophic to skip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28269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Today's order   </a:t>
            </a:r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— including its Deviations section from drafting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94106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LESSONS-LEARNED.md   </a:t>
            </a:r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reflexes — short and capped, so reading it costs seconds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440680" cy="3291840"/>
          </a:xfrm>
          <a:prstGeom prst="roundRect">
            <a:avLst>
              <a:gd name="adj" fmla="val 2500"/>
            </a:avLst>
          </a:prstGeom>
          <a:solidFill>
            <a:srgbClr val="E2F4F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53619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ON DEMAND, only the relevant entries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196596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DECISION-LOG.md   </a:t>
            </a:r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flags today's order depends 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62432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migration-cutover-table.md   </a:t>
            </a:r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rows for slices being touched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3282696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migration-stack-analysis.md   </a:t>
            </a:r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SOURCE files the order lists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98348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split: attention is finite. Reading all 653 inventory lines every session would bury the 11 that matter today. The ORDER acts as the query — it names exactly which flags, slice rows, and files to look up in the binders.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also why a stale Tier-2 file is sneaky: it is trusted precisely at the moment it is consulted.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close: what gets written, where, in what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F2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53619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51790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1288" y="14630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→ the order file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61288" y="18105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departed from the plan: what, why, impact. ALWAYS.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1371600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F2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519672" y="153619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51790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13448" y="14630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→ CLAUDE.md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13448" y="18105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done, what's next, waiting-on clocks, flag changes. ALWAYS.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542032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E2F4F1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2706624"/>
            <a:ext cx="365760" cy="36576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268833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" y="26334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Resolutions → DECISION-LOG.md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61288" y="29809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a flag was touched: decision + evidence + approver.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2542032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E2F4F1"/>
          </a:solidFill>
          <a:ln/>
        </p:spPr>
      </p:sp>
      <p:sp>
        <p:nvSpPr>
          <p:cNvPr id="20" name="Shape 18"/>
          <p:cNvSpPr/>
          <p:nvPr/>
        </p:nvSpPr>
        <p:spPr>
          <a:xfrm>
            <a:off x="6519672" y="2706624"/>
            <a:ext cx="365760" cy="36576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68833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13448" y="26334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→ migration-cutover-table.md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13448" y="29809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a slice/route changed state (built, shadow-running, cut over…).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712464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E2F4F1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512" y="3877056"/>
            <a:ext cx="365760" cy="36576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385876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1288" y="380390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→ migration-stack-analysis.md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61288" y="415137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files were created, moved, or deleted — keep the map true.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3712464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E2F4F1"/>
          </a:solidFill>
          <a:ln/>
        </p:spPr>
      </p:sp>
      <p:sp>
        <p:nvSpPr>
          <p:cNvPr id="30" name="Shape 28"/>
          <p:cNvSpPr/>
          <p:nvPr/>
        </p:nvSpPr>
        <p:spPr>
          <a:xfrm>
            <a:off x="6519672" y="3877056"/>
            <a:ext cx="365760" cy="36576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31" name="Text 29"/>
          <p:cNvSpPr/>
          <p:nvPr/>
        </p:nvSpPr>
        <p:spPr>
          <a:xfrm>
            <a:off x="6519672" y="385876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13448" y="380390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→ LESSONS-LEARNED.md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13448" y="415137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an error cost &gt;30 min, recurred, or reached CI/production — the rule, not the story.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882896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FBEAE9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047488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" y="50292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61288" y="497433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PRE-DRAFT → next order file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61288" y="53218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handoff to the Advisor: next session's raw plan, informed by today. ALWAYS.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035040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ALWAYS writes, four IF writes. </a:t>
            </a:r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ALWAYS writes are the Advisor's and Davin's entire view of the session — an empty Deviations section starves the next plan.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SESSIONS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Crossing the gap: three minds, coordinated only by files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75888" cy="3977640"/>
          </a:xfrm>
          <a:prstGeom prst="roundRect">
            <a:avLst>
              <a:gd name="adj" fmla="val 2239"/>
            </a:avLst>
          </a:prstGeom>
          <a:solidFill>
            <a:srgbClr val="F2F6FC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581912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N — Executor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22376" y="2286000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214884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is about to die with the session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22376" y="303580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" y="28986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Deviations into order 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22376" y="3785616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41832" y="3648456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CLAUDE.md state block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2376" y="453542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" y="4398264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PRE-DRAFT of order N+1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97096" y="3246120"/>
            <a:ext cx="219456" cy="32004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4840" y="1417320"/>
            <a:ext cx="3675888" cy="3977640"/>
          </a:xfrm>
          <a:prstGeom prst="roundRect">
            <a:avLst>
              <a:gd name="adj" fmla="val 2239"/>
            </a:avLst>
          </a:prstGeom>
          <a:solidFill>
            <a:srgbClr val="FFF6E8"/>
          </a:solidFill>
          <a:ln/>
        </p:spPr>
      </p:sp>
      <p:sp>
        <p:nvSpPr>
          <p:cNvPr id="16" name="Text 14"/>
          <p:cNvSpPr/>
          <p:nvPr/>
        </p:nvSpPr>
        <p:spPr>
          <a:xfrm>
            <a:off x="4636008" y="1581912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— Advisor · Davin · clocks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54296" y="2286000"/>
            <a:ext cx="100584" cy="10058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214884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reads PRE-DRAFT + map + playbook → writes the DRAFT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54296" y="3035808"/>
            <a:ext cx="100584" cy="10058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4873752" y="28986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 reads the DRAFT (and glances at the artifacts) → APPROVED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54296" y="3785616"/>
            <a:ext cx="100584" cy="10058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73752" y="3648456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clocks tick: 48h shadow-runs, 30-day stability windows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54296" y="4535424"/>
            <a:ext cx="100584" cy="10058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4" name="Text 22"/>
          <p:cNvSpPr/>
          <p:nvPr/>
        </p:nvSpPr>
        <p:spPr>
          <a:xfrm>
            <a:off x="4873752" y="4398264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holds anything in their head — it is all in the folder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29016" y="3246120"/>
            <a:ext cx="219456" cy="32004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6" name="Shape 24"/>
          <p:cNvSpPr/>
          <p:nvPr/>
        </p:nvSpPr>
        <p:spPr>
          <a:xfrm>
            <a:off x="8366760" y="1417320"/>
            <a:ext cx="3675888" cy="3977640"/>
          </a:xfrm>
          <a:prstGeom prst="roundRect">
            <a:avLst>
              <a:gd name="adj" fmla="val 2239"/>
            </a:avLst>
          </a:prstGeom>
          <a:solidFill>
            <a:srgbClr val="E2F4F1"/>
          </a:solidFill>
          <a:ln/>
        </p:spPr>
      </p:sp>
      <p:sp>
        <p:nvSpPr>
          <p:cNvPr id="27" name="Text 25"/>
          <p:cNvSpPr/>
          <p:nvPr/>
        </p:nvSpPr>
        <p:spPr>
          <a:xfrm>
            <a:off x="8567928" y="1581912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N+1 — Executor (fresh mind)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86216" y="2286000"/>
            <a:ext cx="100584" cy="100584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9" name="Text 27"/>
          <p:cNvSpPr/>
          <p:nvPr/>
        </p:nvSpPr>
        <p:spPr>
          <a:xfrm>
            <a:off x="8805672" y="214884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memory of session 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86216" y="3035808"/>
            <a:ext cx="100584" cy="100584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31" name="Text 29"/>
          <p:cNvSpPr/>
          <p:nvPr/>
        </p:nvSpPr>
        <p:spPr>
          <a:xfrm>
            <a:off x="8805672" y="28986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Auto-reads CLAUDE.md → protocol → APPROVED order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86216" y="3785616"/>
            <a:ext cx="100584" cy="100584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33" name="Text 31"/>
          <p:cNvSpPr/>
          <p:nvPr/>
        </p:nvSpPr>
        <p:spPr>
          <a:xfrm>
            <a:off x="8805672" y="3648456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vs code AND runtime state (clocks, diffs)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86216" y="4535424"/>
            <a:ext cx="100584" cy="100584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35" name="Text 33"/>
          <p:cNvSpPr/>
          <p:nvPr/>
        </p:nvSpPr>
        <p:spPr>
          <a:xfrm>
            <a:off x="8805672" y="4398264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— fully informed, having met no one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566928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handoff is asynchronous: Executor, Advisor and Davin are never “in the room” together. The six files are the room.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MEMORY, THREE MINDS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reads and writes each 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3898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33088" y="1389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(Claude Code)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33488" y="13898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(Cowork)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93808" y="1389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01952"/>
            <a:ext cx="11183112" cy="585216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1901952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33088" y="190195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W every session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33488" y="190195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(plans from state)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893808" y="190195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(status at a glance)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" y="252374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EXECUTOR-PROTOCOL.md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33088" y="2523744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every session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33488" y="252374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(writes only if you ask it to amend rules)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893808" y="252374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any change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45536"/>
            <a:ext cx="11183112" cy="585216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" y="3145536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&lt;session&gt;.migration-order.md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33088" y="3145536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(CONFIRM) + W (Deviations, PRE-DRAFT)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33488" y="3145536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(upgrades PRE-DRAFT → DRAFT)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893808" y="314553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approves (DRAFT → APPROVED)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" y="3767328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DECISION-LOG.md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33088" y="3767328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(entries + evidence)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33488" y="376732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(respects past decisions)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93808" y="3767328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signs owner flags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389120"/>
            <a:ext cx="11183112" cy="585216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" y="4389120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migration-cutover-table.md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33088" y="4389120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(runtime state) + W (moves)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33488" y="438912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(slice status when drafting)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893808" y="438912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(what's live where)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" y="5010912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migration-stack-analysis.md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33088" y="501091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(verify SOURCEs) + W (file changes)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33488" y="501091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(plans file lists from it)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893808" y="501091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(rarely)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5632704"/>
            <a:ext cx="11183112" cy="585216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" y="563270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LESSONS-LEARNED.md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33088" y="5632704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every open + W (harvests rules at close)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33488" y="563270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consolidates past ~40 entries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893808" y="563270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(occasionally)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635508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writer per fact: state is written by the Executor, plans by the Advisor, approvals by you. Nobody edits someone else's column — that's what keeps one ground truth.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NO-DUPLICATION RULE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fact, one home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126480" cy="512064"/>
          </a:xfrm>
          <a:prstGeom prst="roundRect">
            <a:avLst>
              <a:gd name="adj" fmla="val 16071"/>
            </a:avLst>
          </a:prstGeom>
          <a:solidFill>
            <a:srgbClr val="F2F6FC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417320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session is current?”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766560" y="1545336"/>
            <a:ext cx="292608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0" y="141732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002536"/>
            <a:ext cx="6126480" cy="512064"/>
          </a:xfrm>
          <a:prstGeom prst="roundRect">
            <a:avLst>
              <a:gd name="adj" fmla="val 16071"/>
            </a:avLst>
          </a:prstGeom>
          <a:solidFill>
            <a:srgbClr val="F2F6FC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2002536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close a session?”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66560" y="2130552"/>
            <a:ext cx="292608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2002536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EXECUTOR-PROTOCOL.md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587752"/>
            <a:ext cx="6126480" cy="512064"/>
          </a:xfrm>
          <a:prstGeom prst="roundRect">
            <a:avLst>
              <a:gd name="adj" fmla="val 16071"/>
            </a:avLst>
          </a:prstGeom>
          <a:solidFill>
            <a:srgbClr val="F2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587752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actually happened in session N?”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66560" y="2715768"/>
            <a:ext cx="292608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2587752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N → Deviations section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172968"/>
            <a:ext cx="6126480" cy="512064"/>
          </a:xfrm>
          <a:prstGeom prst="roundRect">
            <a:avLst>
              <a:gd name="adj" fmla="val 16071"/>
            </a:avLst>
          </a:prstGeom>
          <a:solidFill>
            <a:srgbClr val="F2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172968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we pick this auth design?”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66560" y="3300984"/>
            <a:ext cx="292608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317296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DECISION-LOG.md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758184"/>
            <a:ext cx="6126480" cy="512064"/>
          </a:xfrm>
          <a:prstGeom prst="roundRect">
            <a:avLst>
              <a:gd name="adj" fmla="val 16071"/>
            </a:avLst>
          </a:prstGeom>
          <a:solidFill>
            <a:srgbClr val="F2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3758184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alert engine cut over yet?”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66560" y="3886200"/>
            <a:ext cx="292608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375818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migration-cutover-table.md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343400"/>
            <a:ext cx="6126480" cy="512064"/>
          </a:xfrm>
          <a:prstGeom prst="roundRect">
            <a:avLst>
              <a:gd name="adj" fmla="val 16071"/>
            </a:avLst>
          </a:prstGeom>
          <a:solidFill>
            <a:srgbClr val="F2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" y="4343400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does this file belong after the split?”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66560" y="4471416"/>
            <a:ext cx="292608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434340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migration-stack-analysis.md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928616"/>
            <a:ext cx="6126480" cy="512064"/>
          </a:xfrm>
          <a:prstGeom prst="roundRect">
            <a:avLst>
              <a:gd name="adj" fmla="val 16071"/>
            </a:avLst>
          </a:prstGeom>
          <a:solidFill>
            <a:srgbClr val="F2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" y="4928616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must I never do again?”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66560" y="5056632"/>
            <a:ext cx="292608" cy="25603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4928616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LESSONS-LEARNED.md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5532120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 strict: two copies of a fact WILL drift apart. A drifted fact forces the next session to guess which copy is true — and eliminating guesswork is the entire purpose of this system.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103120" y="6172200"/>
            <a:ext cx="7982712" cy="502920"/>
          </a:xfrm>
          <a:prstGeom prst="roundRect">
            <a:avLst>
              <a:gd name="adj" fmla="val 16364"/>
            </a:avLst>
          </a:prstGeom>
          <a:solidFill>
            <a:srgbClr val="FBEAE9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03120" y="6199632"/>
            <a:ext cx="7982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to write the same fact in two files? One of them is the wrong place.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4B-2 (alert engine) through the memory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75888" cy="4480560"/>
          </a:xfrm>
          <a:prstGeom prst="roundRect">
            <a:avLst>
              <a:gd name="adj" fmla="val 2239"/>
            </a:avLst>
          </a:prstGeom>
          <a:solidFill>
            <a:srgbClr val="F2F6FC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58191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(open)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2376" y="207568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1947672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says: “Current: 4B-2, order APPROVED”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2376" y="286207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" y="2734056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4B-2: port 11 files, invariants marked, geometry wrinkle flagged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22376" y="3648456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41832" y="3520440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 confirms the 9 lib/alert-engine files + worker exist as listed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22376" y="4434840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" y="4306824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table: alert engine row = MONOLITH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97096" y="3474720"/>
            <a:ext cx="219456" cy="32004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4840" y="1417320"/>
            <a:ext cx="3675888" cy="4480560"/>
          </a:xfrm>
          <a:prstGeom prst="roundRect">
            <a:avLst>
              <a:gd name="adj" fmla="val 2239"/>
            </a:avLst>
          </a:prstGeom>
          <a:solidFill>
            <a:srgbClr val="FFF6E8"/>
          </a:solidFill>
          <a:ln/>
        </p:spPr>
      </p:sp>
      <p:sp>
        <p:nvSpPr>
          <p:cNvPr id="16" name="Text 14"/>
          <p:cNvSpPr/>
          <p:nvPr/>
        </p:nvSpPr>
        <p:spPr>
          <a:xfrm>
            <a:off x="4636008" y="158191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(execute)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54296" y="207568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1947672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governs: PORT dial = low, preserve behavior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54296" y="286207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873752" y="2734056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recorded live: “re-exported PriceEvent from types package instead of copying — why + impact”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54296" y="3648456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73752" y="3520440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ported with assertions unchanged (parity oracle)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54296" y="4434840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873752" y="4306824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Mirror-run started; lib/alert-engine/* now change-frozen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29016" y="3474720"/>
            <a:ext cx="219456" cy="32004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6" name="Shape 24"/>
          <p:cNvSpPr/>
          <p:nvPr/>
        </p:nvSpPr>
        <p:spPr>
          <a:xfrm>
            <a:off x="8366760" y="1417320"/>
            <a:ext cx="3675888" cy="4480560"/>
          </a:xfrm>
          <a:prstGeom prst="roundRect">
            <a:avLst>
              <a:gd name="adj" fmla="val 2239"/>
            </a:avLst>
          </a:prstGeom>
          <a:solidFill>
            <a:srgbClr val="E2F4F1"/>
          </a:solidFill>
          <a:ln/>
        </p:spPr>
      </p:sp>
      <p:sp>
        <p:nvSpPr>
          <p:cNvPr id="27" name="Text 25"/>
          <p:cNvSpPr/>
          <p:nvPr/>
        </p:nvSpPr>
        <p:spPr>
          <a:xfrm>
            <a:off x="8567928" y="158191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(close)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586216" y="2075688"/>
            <a:ext cx="100584" cy="100584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9" name="Text 27"/>
          <p:cNvSpPr/>
          <p:nvPr/>
        </p:nvSpPr>
        <p:spPr>
          <a:xfrm>
            <a:off x="8805672" y="1947672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4B-2: Deviations finalized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586216" y="2862072"/>
            <a:ext cx="100584" cy="100584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31" name="Text 29"/>
          <p:cNvSpPr/>
          <p:nvPr/>
        </p:nvSpPr>
        <p:spPr>
          <a:xfrm>
            <a:off x="8805672" y="2734056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CLAUDE.md: “Current: 4B-3 pending; waiting-on: 48h mirror ends &lt;date&gt;”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586216" y="3648456"/>
            <a:ext cx="100584" cy="100584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33" name="Text 31"/>
          <p:cNvSpPr/>
          <p:nvPr/>
        </p:nvSpPr>
        <p:spPr>
          <a:xfrm>
            <a:off x="8805672" y="3520440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table: alert engine → SHADOW-RUNNING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86216" y="4434840"/>
            <a:ext cx="100584" cy="100584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35" name="Text 33"/>
          <p:cNvSpPr/>
          <p:nvPr/>
        </p:nvSpPr>
        <p:spPr>
          <a:xfrm>
            <a:off x="8805672" y="4306824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 unchanged (files deleted only at retire)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586216" y="5221224"/>
            <a:ext cx="100584" cy="100584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37" name="Text 35"/>
          <p:cNvSpPr/>
          <p:nvPr/>
        </p:nvSpPr>
        <p:spPr>
          <a:xfrm>
            <a:off x="8805672" y="5093208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3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PRE-DRAFT 4B-3 written (fast-path: straight to Davin)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6126480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hours later, a COMPLETELY FRESH session opens 4B-3, reads these same files, and knows everything that matters — including the wait-clock it must verify before flipping anything.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DISCIPLINE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memory only works if the writes happen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2A387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stale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0" y="1609344"/>
            <a:ext cx="320040" cy="274320"/>
          </a:xfrm>
          <a:prstGeom prst="rightArrow">
            <a:avLst/>
          </a:prstGeom>
          <a:solidFill>
            <a:srgbClr val="D9534F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463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 executes the WRONG session — or re-does finished work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130552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2A387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3055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left empty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2276856"/>
            <a:ext cx="320040" cy="274320"/>
          </a:xfrm>
          <a:prstGeom prst="rightArrow">
            <a:avLst/>
          </a:prstGeom>
          <a:solidFill>
            <a:srgbClr val="D9534F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13055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drafts the next order blind to what actually changed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798064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2A387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9806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 skipped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2944368"/>
            <a:ext cx="320040" cy="274320"/>
          </a:xfrm>
          <a:prstGeom prst="rightArrow">
            <a:avLst/>
          </a:prstGeom>
          <a:solidFill>
            <a:srgbClr val="D9534F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79806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settled question gets re-decided — possibly the other way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465576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2A387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6557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table stale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611880"/>
            <a:ext cx="320040" cy="274320"/>
          </a:xfrm>
          <a:prstGeom prst="rightArrow">
            <a:avLst/>
          </a:prstGeom>
          <a:solidFill>
            <a:srgbClr val="D9534F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346557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implementations think they own a slice → double-fired alerts, double-sent payouts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13308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2A387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13308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stale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4279392"/>
            <a:ext cx="320040" cy="274320"/>
          </a:xfrm>
          <a:prstGeom prst="rightArrow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413308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get drafted against files that no longer exist (ghost plans)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8006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2A387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80060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never harvested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4946904"/>
            <a:ext cx="320040" cy="274320"/>
          </a:xfrm>
          <a:prstGeom prst="rightArrow">
            <a:avLst/>
          </a:prstGeom>
          <a:solidFill>
            <a:srgbClr val="D9534F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48006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failure gets re-debugged by every future session — nothing is learned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468112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2A3878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46811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“bent just once”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63440" y="5614416"/>
            <a:ext cx="320040" cy="274320"/>
          </a:xfrm>
          <a:prstGeom prst="rightArrow">
            <a:avLst/>
          </a:prstGeom>
          <a:solidFill>
            <a:srgbClr val="D9534F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546811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safety property above silently stops being guaranteed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2636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close ritual is non-negotiable — and why your DRAFT review should glance at the artifacts, not just the plan.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yourself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806440" cy="4480560"/>
          </a:xfrm>
          <a:prstGeom prst="roundRect">
            <a:avLst>
              <a:gd name="adj" fmla="val 1837"/>
            </a:avLst>
          </a:prstGeom>
          <a:solidFill>
            <a:srgbClr val="2A387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361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QUESTIONS → SEVEN FILES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am I right now?   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behave?   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EXECUTOR-PROTOCOL.md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do today — and what happened?   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&lt;session&gt;.migration-order.md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we choose this?   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DECISION-LOG.md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where, right now?   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migration-cutover-table.md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70916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exists, and where does it belong?   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migration-stack-analysis.md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25780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I never do again?   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LESSONS-LEARNED.md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371600"/>
            <a:ext cx="5120640" cy="4480560"/>
          </a:xfrm>
          <a:prstGeom prst="roundRect">
            <a:avLst>
              <a:gd name="adj" fmla="val 1837"/>
            </a:avLst>
          </a:prstGeom>
          <a:solidFill>
            <a:srgbClr val="2A3878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5361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KEYSTONE RULES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12280" y="2011680"/>
            <a:ext cx="274320" cy="27432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199339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23760" y="196596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auto-loads and only routes — state + pointers, never procedures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2651760"/>
            <a:ext cx="274320" cy="27432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26334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260604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order: state → rules → plan → spot-checks (then CONFIRM)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3291840"/>
            <a:ext cx="274320" cy="27432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327355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324612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= 3 ALWAYS writes (Deviations, state, PRE-DRAFT) + 4 IF writes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12280" y="3931920"/>
            <a:ext cx="274320" cy="27432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391363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388620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writer per fact, one home per fact — duplication is drift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12280" y="4572000"/>
            <a:ext cx="274320" cy="27432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455371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452628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isn't written, it didn't happen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12280" y="5212080"/>
            <a:ext cx="274320" cy="27432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31" name="Text 29"/>
          <p:cNvSpPr/>
          <p:nvPr/>
        </p:nvSpPr>
        <p:spPr>
          <a:xfrm>
            <a:off x="6812280" y="519379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516636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become rules: harvest lessons at close, read them at every open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61264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answer the left column from memory, you can supervise any session.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2026-07-12T03:16:18Z</dcterms:created>
  <dcterms:modified xsi:type="dcterms:W3CDTF">2026-07-12T03:16:18Z</dcterms:modified>
</cp:coreProperties>
</file>