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migration deck, expanding slide 14 ('Documents are the only memory'): the systematic view of how the seven files cooperate.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sessions are stateless: context dies when the session ends. The memory system externalizes state to disk, exactly like a well-run team externalizes knowledge into runbooks, tickets and logs so it survives any individual.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 mirrors human memory: working memory (CLAUDE.md), procedural/habit memory (protocol), episodic memory of each day (orders), judgment memory (decision log), situational awareness (cutover table), and the semantic map of the world (file inventory). No overlap: each fact has exactly one home, so there is never a question of which file is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CLAUDE.md is special because the tool loads it by mechanism. Its two jobs: state and routing. It never explains how things work - that would duplicate the protocol and the copies would drift. The receptionist/handbook/job-sheet/binders chain is the read order in analogy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order matters: state first (where am I), rules second (how do I act), plan third (what do I do), verification last (is the plan still true). The spot-consults in step 4 are why stale files are dangerous — they are trusted as ground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1 is the fixed boot cost (~2 minutes). Tier 2 is indexed access: the order names the keys, the binders return the values. This keeps sessions fast AND keeps trust concentrated where the write-discipline guarantees freshness.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write order is deliberate: deviations while fresh, state so any interruption still leaves a valid CLAUDE.md, conditional updates, and the PRE-DRAFT last because it depends on all of the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the chain protocol from the memory system's point of view: the PRE-DRAFT/DRAFT/APPROVED lifecycle is literally a file changing hands, and CONFIRM is the fresh mind re-validating inherited memory before trusting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matrix is why the chain protocol works without anyone seeing anyone else's transcript: every role reads the same files and writes only its own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Complements the who-reads/writes matrix: not only does each fact have one writer, it has one storage location. When Davin reviews any document and sees repeated content, that is a smell worth raising with the Advisor.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one concrete session end-to-end and the system stops being abstract: every file is touched exactly where its kind of memory is needed, and the next session reconstructs full context from disk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failure mode maps to one neglected file. The cutover-table row is the scariest: state drift there touches real money and real alerts. Your cheapest protection: when approving any DRAFT, spot-check that the previous session's writes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as the study checkpoint: the six questions map one-to-one onto the six files, and the five rules compress the read path, write path, ownership matrix, and design principles into memorizable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OPERATIONS  ·  COMPANION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Memory System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seven markdown files give a stateless Claude Code a working,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permanent, shareable memory — and why each one exists.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234440" y="4709160"/>
            <a:ext cx="4846320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67128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67128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PROTOCOL.md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852928" y="4709160"/>
            <a:ext cx="3227832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85616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85616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ORDER.md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471416" y="4709160"/>
            <a:ext cx="1609344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04104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LOG.md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 flipH="1">
            <a:off x="6080760" y="4709160"/>
            <a:ext cx="9144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22592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22592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TABLE.md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 flipH="1">
            <a:off x="6080760" y="4709160"/>
            <a:ext cx="1627632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41080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41080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MAP.md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 flipH="1">
            <a:off x="6080760" y="4709160"/>
            <a:ext cx="3246120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259568" y="416052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2A3878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59568" y="42245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LESSONS.md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 flipH="1">
            <a:off x="6080760" y="4709160"/>
            <a:ext cx="4864608" cy="640080"/>
          </a:xfrm>
          <a:prstGeom prst="line">
            <a:avLst/>
          </a:prstGeom>
          <a:noFill/>
          <a:ln w="19050">
            <a:solidFill>
              <a:srgbClr val="6C7D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4920" y="5349240"/>
            <a:ext cx="2011680" cy="91440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55961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docs/migration-orders/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THIS SYSTEM SOLVES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 wakes up with amnesia — every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2045"/>
            </a:avLst>
          </a:prstGeom>
          <a:solidFill>
            <a:srgbClr val="FBEA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memory system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which session is current or what yesterday did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67004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Re-derives the plan from scratch — differently each time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28416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Repeats decisions you already made (or contradicts them)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986784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know a slice is mid-shadow-run — edits frozen 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4645152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approvals live in chat scrollback, unfindable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371600"/>
            <a:ext cx="5440680" cy="4023360"/>
          </a:xfrm>
          <a:prstGeom prst="roundRect">
            <a:avLst>
              <a:gd name="adj" fmla="val 2045"/>
            </a:avLst>
          </a:prstGeom>
          <a:solidFill>
            <a:srgbClr val="E2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600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memory system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0116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oriented in ~2 minutes by reading files, not chat history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2670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 pre-approved plan instead of improvising one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3328416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has one recorded answer with evidence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37960" y="3986784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state (clocks, shadow-runs) checked before any action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4645152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lnSpc>
                <a:spcPts val="1450"/>
              </a:lnSpc>
              <a:buNone/>
            </a:pPr>
            <a:r>
              <a:rPr lang="en-US" sz="12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parties — Executor, Advisor, you — share ONE ground truth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57150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rule: everything that must survive a session's end is WRITTEN — “if it isn't written, it didn't happen.”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LABOR — EACH FILE ANSWERS ONE 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files, seven kinds of memory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298448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1700784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197510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am I right now?”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session, current order + status, waiting-on clocks, open flags. Auto-read first, rewritten at every close.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34840" y="1115568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298448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280160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memory (habits)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17720" y="1700784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17720" y="197510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I behave?”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2304288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unchanging rules: open/execute/close lifecycle, stop-and-ask triggers, do-not-touch list. Frozen — like muscle memory.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366760" y="1115568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549640" y="1298448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549640" y="1280160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(the day)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9640" y="1700784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&lt;session&gt;.migration-order.md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197510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 I do today — and what actually happened?”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9640" y="2304288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session: the approved plan going in, the Deviations record coming out.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374136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557016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53872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memory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5800" y="3959352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233672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we choose this?”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85800" y="4562856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resolution with evidence and approver. Append-only — decisions never get re-litigated by accident.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34840" y="3374136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617720" y="3557016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4617720" y="353872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Situational awareness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617720" y="3959352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17720" y="4233672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runs where, right now?”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617720" y="4562856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position of every slice: MONOLITH → … → RETIRED. The file that prevents two workers dispatching at once.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366760" y="3374136"/>
            <a:ext cx="3675888" cy="2258568"/>
          </a:xfrm>
          <a:prstGeom prst="roundRect">
            <a:avLst>
              <a:gd name="adj" fmla="val 3644"/>
            </a:avLst>
          </a:prstGeom>
          <a:solidFill>
            <a:srgbClr val="F2F6FC"/>
          </a:solidFill>
          <a:ln/>
        </p:spPr>
      </p:sp>
      <p:sp>
        <p:nvSpPr>
          <p:cNvPr id="35" name="Shape 33"/>
          <p:cNvSpPr/>
          <p:nvPr/>
        </p:nvSpPr>
        <p:spPr>
          <a:xfrm>
            <a:off x="8549640" y="3557016"/>
            <a:ext cx="3310128" cy="310896"/>
          </a:xfrm>
          <a:prstGeom prst="roundRect">
            <a:avLst>
              <a:gd name="adj" fmla="val 23529"/>
            </a:avLst>
          </a:prstGeom>
          <a:solidFill>
            <a:srgbClr val="0E8C81"/>
          </a:solidFill>
          <a:ln/>
        </p:spPr>
      </p:sp>
      <p:sp>
        <p:nvSpPr>
          <p:cNvPr id="36" name="Text 34"/>
          <p:cNvSpPr/>
          <p:nvPr/>
        </p:nvSpPr>
        <p:spPr>
          <a:xfrm>
            <a:off x="8549640" y="3538728"/>
            <a:ext cx="3310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(semantic memory)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549640" y="3959352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549640" y="4233672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exists, and where does it belong?”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549640" y="4562856"/>
            <a:ext cx="33101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653-file inventory by target stack — the terrain the Advisor plans routes across.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742432"/>
            <a:ext cx="11183112" cy="841248"/>
          </a:xfrm>
          <a:prstGeom prst="roundRect">
            <a:avLst>
              <a:gd name="adj" fmla="val 9783"/>
            </a:avLst>
          </a:prstGeom>
          <a:solidFill>
            <a:srgbClr val="FFF6E8"/>
          </a:solidFill>
          <a:ln w="12700">
            <a:solidFill>
              <a:srgbClr val="E0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5800" y="5998464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B8860B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59801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memory (reflexes)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834640" y="5797296"/>
            <a:ext cx="8622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b="1" dirty="0">
                <a:solidFill>
                  <a:srgbClr val="B886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   </a:t>
            </a:r>
            <a:pPr indent="0" marL="0">
              <a:lnSpc>
                <a:spcPts val="1250"/>
              </a:lnSpc>
              <a:buNone/>
            </a:pPr>
            <a:r>
              <a:rPr lang="en-US" sz="1100" b="1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must I never do again?”   </a:t>
            </a:r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distilled from failures (test, CI/CD, deploy) — read at every open, harvested at close, capped &amp; consolidated so the reflexes stay sharp.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 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CLAUDE.md is the router: auto-loaded, then it navigates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86400" cy="1874520"/>
          </a:xfrm>
          <a:prstGeom prst="roundRect">
            <a:avLst>
              <a:gd name="adj" fmla="val 4390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by MECHANISM, not by instruction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81051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injects CLAUDE.md into context at session start automatically. It is the only file that never has to be asked for; every other file is found because CLAUDE.md points to it.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440680" cy="1874520"/>
          </a:xfrm>
          <a:prstGeom prst="roundRect">
            <a:avLst>
              <a:gd name="adj" fmla="val 4390"/>
            </a:avLst>
          </a:prstGeom>
          <a:solidFill>
            <a:srgbClr val="F2F6F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dashboard, not a manual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181051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kinds of content: STATE (current session, order + status, waiting-on clocks, open flags) and POINTERS (paths + one-line labels). Never procedures — those live once, in the protocol. Every line here costs context in all ~60 sessions, so it stays lean.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NAVIGATION CHAIN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79476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E2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39136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receptionist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7512" y="4206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480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at 4B-3; your rules are that way”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182112" y="4343400"/>
            <a:ext cx="219456" cy="27432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3429000" y="379476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F2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3593592" y="39136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Handbook + reflexes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93592" y="4206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 · LESSONS-LEARNED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593592" y="4480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conduct + lessons from past failures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08192" y="4343400"/>
            <a:ext cx="219456" cy="27432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355080" y="379476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F2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6519672" y="39136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job sheet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19672" y="4206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&lt;session&gt;.migration-order.md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19672" y="4480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approved plan + done-when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034272" y="4343400"/>
            <a:ext cx="219456" cy="27432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1160" y="3794760"/>
            <a:ext cx="2651760" cy="1417320"/>
          </a:xfrm>
          <a:prstGeom prst="roundRect">
            <a:avLst>
              <a:gd name="adj" fmla="val 5806"/>
            </a:avLst>
          </a:prstGeom>
          <a:solidFill>
            <a:srgbClr val="F2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9445752" y="39136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binders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45752" y="420624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· TABLE · MAP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445752" y="44805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to the page needed, on demand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5623560"/>
            <a:ext cx="11183112" cy="6858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5715000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about NOW or WHERE belongs in CLAUDE.md  ·  a line about HOW belongs in EXECUTOR-PROTOCOL.md or the skeleton rules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 sequence: how a fresh session gets oriented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27632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188720" y="146304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2F6FC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15727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00600" y="1536192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Auto-loaded. Answers: which session, which order file, what's waiting. The index to everything else.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31520" y="2121408"/>
            <a:ext cx="0" cy="329184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61518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596896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188720" y="2432304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2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254203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505456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rulebook: how to CONFIRM, when to stop-and-ask, what never to touch.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3090672"/>
            <a:ext cx="0" cy="329184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584448"/>
            <a:ext cx="457200" cy="45720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566160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188720" y="3401568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2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351129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order (APPROVED)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47472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for this session — steps, invariants, done-when checks.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4059936"/>
            <a:ext cx="0" cy="329184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535424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88720" y="4370832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2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4805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Spot-consults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4443984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Inventory: do SOURCE files still match? · Cutover table + clocks: runtime state? · Decision Log: are my flags resolved?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" y="5029200"/>
            <a:ext cx="0" cy="329184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5522976"/>
            <a:ext cx="457200" cy="45720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5504688"/>
            <a:ext cx="457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188720" y="5340096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E2F4F1"/>
          </a:solidFill>
          <a:ln/>
        </p:spPr>
      </p:sp>
      <p:sp>
        <p:nvSpPr>
          <p:cNvPr id="31" name="Text 29"/>
          <p:cNvSpPr/>
          <p:nvPr/>
        </p:nvSpPr>
        <p:spPr>
          <a:xfrm>
            <a:off x="1417320" y="544982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report → “go”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5413248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marked CONFIRMED, differences reported to Davin, execution starts only on his go.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640080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minutes of reading replaces everything a human teammate would have remembered overnight.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ECONOMY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tiers: always read in full vs consulted on demand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361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ALWAYS, in full, every session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— no choice involved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2432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habits: cheap to re-read, catastrophic to skip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282696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Today's order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— including its Deviations section from drafting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941064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reflexes — short and capped, so reading it costs seconds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440680" cy="3291840"/>
          </a:xfrm>
          <a:prstGeom prst="roundRect">
            <a:avLst>
              <a:gd name="adj" fmla="val 2500"/>
            </a:avLst>
          </a:prstGeom>
          <a:solidFill>
            <a:srgbClr val="E2F4F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5361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ON DEMAND, only the relevant entries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19659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flags today's order depends 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262432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rows for slices being touched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3282696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   </a:t>
            </a:r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SOURCE files the order lists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split: attention is finite. Reading all 653 inventory lines every session would bury the 11 that matter today. The ORDER acts as the query — it names exactly which flags, slice rows, and files to look up in the binders.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why a stale Tier-2 file is sneaky: it is trusted precisely at the moment it is consulted.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close: what gets written, where, in what order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F2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3619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67512" y="151790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1288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 → the order file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61288" y="1810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departed from the plan: what, why, impact. ALWAYS.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F2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6519672" y="153619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517904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13448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CLAUDE.md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013448" y="181051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done, what's next, waiting-on clocks, flag changes. ALWAYS.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542032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E2F4F1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2706624"/>
            <a:ext cx="365760" cy="36576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268833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" y="26334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Resolutions → DECISION-LOG.md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61288" y="298094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 flag was touched: decision + evidence + approver.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55080" y="2542032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E2F4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19672" y="2706624"/>
            <a:ext cx="365760" cy="36576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2688336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13448" y="26334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→ migration-cutover-table.md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13448" y="298094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 slice/route changed state (built, shadow-running, cut over…).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712464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E2F4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67512" y="3877056"/>
            <a:ext cx="365760" cy="36576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" y="385876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1288" y="380390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→ migration-stack-analysis.md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61288" y="41513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files were created, moved, or deleted — keep the map true.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355080" y="3712464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E2F4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19672" y="3877056"/>
            <a:ext cx="365760" cy="36576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1" name="Text 29"/>
          <p:cNvSpPr/>
          <p:nvPr/>
        </p:nvSpPr>
        <p:spPr>
          <a:xfrm>
            <a:off x="6519672" y="385876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13448" y="380390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→ LESSONS-LEARNED.md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13448" y="41513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an error cost &gt;30 min, recurred, or reached CI/production — the rule, not the story.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4882896"/>
            <a:ext cx="5532120" cy="1024128"/>
          </a:xfrm>
          <a:prstGeom prst="roundRect">
            <a:avLst>
              <a:gd name="adj" fmla="val 8036"/>
            </a:avLst>
          </a:prstGeom>
          <a:solidFill>
            <a:srgbClr val="FBEAE9"/>
          </a:solidFill>
          <a:ln/>
        </p:spPr>
      </p:sp>
      <p:sp>
        <p:nvSpPr>
          <p:cNvPr id="35" name="Shape 33"/>
          <p:cNvSpPr/>
          <p:nvPr/>
        </p:nvSpPr>
        <p:spPr>
          <a:xfrm>
            <a:off x="667512" y="504748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6" name="Text 34"/>
          <p:cNvSpPr/>
          <p:nvPr/>
        </p:nvSpPr>
        <p:spPr>
          <a:xfrm>
            <a:off x="667512" y="502920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1288" y="4974336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PRE-DRAFT → next order file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161288" y="53218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handoff to the Advisor: next session's raw plan, informed by today. ALWAYS.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035040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ALWAYS writes, four IF writes. </a:t>
            </a:r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ALWAYS writes are the Advisor's and Davin's entire view of the session — an empty Deviations section starves the next plan.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SESSIONS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Crossing the gap: three minds, coordinated only by files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75888" cy="3977640"/>
          </a:xfrm>
          <a:prstGeom prst="roundRect">
            <a:avLst>
              <a:gd name="adj" fmla="val 2239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581912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N — Executor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22376" y="2286000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148840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is about to die with the session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22376" y="303580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28986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Deviations into order 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22376" y="3785616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41832" y="3648456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CLAUDE.md state block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22376" y="453542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4398264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PRE-DRAFT of order N+1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97096" y="3246120"/>
            <a:ext cx="219456" cy="32004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4434840" y="1417320"/>
            <a:ext cx="3675888" cy="3977640"/>
          </a:xfrm>
          <a:prstGeom prst="roundRect">
            <a:avLst>
              <a:gd name="adj" fmla="val 2239"/>
            </a:avLst>
          </a:prstGeom>
          <a:solidFill>
            <a:srgbClr val="FFF6E8"/>
          </a:solidFill>
          <a:ln/>
        </p:spPr>
      </p:sp>
      <p:sp>
        <p:nvSpPr>
          <p:cNvPr id="16" name="Text 14"/>
          <p:cNvSpPr/>
          <p:nvPr/>
        </p:nvSpPr>
        <p:spPr>
          <a:xfrm>
            <a:off x="4636008" y="1581912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— Advisor · Davin · clocks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54296" y="2286000"/>
            <a:ext cx="100584" cy="10058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8" name="Text 16"/>
          <p:cNvSpPr/>
          <p:nvPr/>
        </p:nvSpPr>
        <p:spPr>
          <a:xfrm>
            <a:off x="4873752" y="2148840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reads PRE-DRAFT + map + playbook → writes the DRAFT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54296" y="3035808"/>
            <a:ext cx="100584" cy="10058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8986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 reads the DRAFT (and glances at the artifacts) → APPROVED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54296" y="3785616"/>
            <a:ext cx="100584" cy="10058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4873752" y="3648456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clocks tick: 48h shadow-runs, 30-day stability windows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54296" y="4535424"/>
            <a:ext cx="100584" cy="10058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4398264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holds anything in their head — it is all in the folder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129016" y="3246120"/>
            <a:ext cx="219456" cy="32004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6" name="Shape 24"/>
          <p:cNvSpPr/>
          <p:nvPr/>
        </p:nvSpPr>
        <p:spPr>
          <a:xfrm>
            <a:off x="8366760" y="1417320"/>
            <a:ext cx="3675888" cy="3977640"/>
          </a:xfrm>
          <a:prstGeom prst="roundRect">
            <a:avLst>
              <a:gd name="adj" fmla="val 2239"/>
            </a:avLst>
          </a:prstGeom>
          <a:solidFill>
            <a:srgbClr val="E2F4F1"/>
          </a:solidFill>
          <a:ln/>
        </p:spPr>
      </p:sp>
      <p:sp>
        <p:nvSpPr>
          <p:cNvPr id="27" name="Text 25"/>
          <p:cNvSpPr/>
          <p:nvPr/>
        </p:nvSpPr>
        <p:spPr>
          <a:xfrm>
            <a:off x="8567928" y="1581912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N+1 — Executor (fresh mind)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86216" y="2286000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9" name="Text 27"/>
          <p:cNvSpPr/>
          <p:nvPr/>
        </p:nvSpPr>
        <p:spPr>
          <a:xfrm>
            <a:off x="8805672" y="2148840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memory of session 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86216" y="3035808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1" name="Text 29"/>
          <p:cNvSpPr/>
          <p:nvPr/>
        </p:nvSpPr>
        <p:spPr>
          <a:xfrm>
            <a:off x="8805672" y="28986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Auto-reads CLAUDE.md → protocol → APPROVED order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586216" y="3785616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3" name="Text 31"/>
          <p:cNvSpPr/>
          <p:nvPr/>
        </p:nvSpPr>
        <p:spPr>
          <a:xfrm>
            <a:off x="8805672" y="3648456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vs code AND runtime state (clocks, diffs)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586216" y="4535424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5" name="Text 33"/>
          <p:cNvSpPr/>
          <p:nvPr/>
        </p:nvSpPr>
        <p:spPr>
          <a:xfrm>
            <a:off x="8805672" y="4398264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— fully informed, having met no one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5669280"/>
            <a:ext cx="11183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handoff is asynchronous: Executor, Advisor and Davin are never “in the room” together. The six files are the room.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MEMORY, THREE MINDS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reads and writes each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1183112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3898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33088" y="13898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(Claude Code)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33488" y="13898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(Cowork)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893808" y="13898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01952"/>
            <a:ext cx="11183112" cy="585216"/>
          </a:xfrm>
          <a:prstGeom prst="rect">
            <a:avLst/>
          </a:prstGeom>
          <a:solidFill>
            <a:srgbClr val="F2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1901952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33088" y="190195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W every session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33488" y="190195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(plans from state)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893808" y="1901952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(status at a glance)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252374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33088" y="2523744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every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33488" y="252374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(writes only if you ask it to amend rules)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893808" y="2523744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any change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145536"/>
            <a:ext cx="11183112" cy="585216"/>
          </a:xfrm>
          <a:prstGeom prst="rect">
            <a:avLst/>
          </a:prstGeom>
          <a:solidFill>
            <a:srgbClr val="F2F6FC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145536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&lt;session&gt;.migration-order.md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133088" y="3145536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(CONFIRM) + W (Deviations, PRE-DRAFT)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33488" y="314553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(upgrades PRE-DRAFT → DRAFT)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893808" y="3145536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approves (DRAFT → APPROVED)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" y="3767328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33088" y="37673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(entries + evidence)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33488" y="3767328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(respects past decisions)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893808" y="376732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signs owner flags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11183112" cy="585216"/>
          </a:xfrm>
          <a:prstGeom prst="rect">
            <a:avLst/>
          </a:prstGeom>
          <a:solidFill>
            <a:srgbClr val="F2F6FC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389120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33088" y="4389120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(runtime state) + W (moves)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33488" y="438912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(slice status when drafting)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893808" y="4389120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(what's live where)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2648" y="5010912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133088" y="5010912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(verify SOURCEs) + W (file changes)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33488" y="501091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(plans file lists from it)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893808" y="5010912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(rarely)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5632704"/>
            <a:ext cx="11183112" cy="585216"/>
          </a:xfrm>
          <a:prstGeom prst="rect">
            <a:avLst/>
          </a:prstGeom>
          <a:solidFill>
            <a:srgbClr val="F2F6FC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" y="5632704"/>
            <a:ext cx="3383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33088" y="5632704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every open + W (harvests rules at close)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33488" y="563270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+ consolidates past ~40 entries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893808" y="5632704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(occasionally)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02920" y="63550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per fact: state is written by the Executor, plans by the Advisor, approvals by you. Nobody edits someone else's column — that's what keeps one ground truth.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NO-DUPLICATION RULE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fact, one home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41732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session is current?”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766560" y="1545336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0" y="1417320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002536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0025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I close a session?”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66560" y="2130552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2002536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87752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58775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actually happened in session N?”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2715768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0" y="2587752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N → Deviations section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72968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did we pick this auth design?”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766560" y="3300984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0" y="3172968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58184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375818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the alert engine cut over yet?”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66560" y="3886200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0" y="3758184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43400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" y="434340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does this file belong after the split?”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766560" y="4471416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223760" y="4343400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" y="4928616"/>
            <a:ext cx="6126480" cy="512064"/>
          </a:xfrm>
          <a:prstGeom prst="roundRect">
            <a:avLst>
              <a:gd name="adj" fmla="val 16071"/>
            </a:avLst>
          </a:prstGeom>
          <a:solidFill>
            <a:srgbClr val="F2F6FC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" y="492861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must I never do again?”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766560" y="5056632"/>
            <a:ext cx="292608" cy="256032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4928616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8C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5532120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so strict: two copies of a fact WILL drift apart. A drifted fact forces the next session to guess which copy is true — and eliminating guesswork is the entire purpose of this system.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103120" y="6172200"/>
            <a:ext cx="7982712" cy="502920"/>
          </a:xfrm>
          <a:prstGeom prst="roundRect">
            <a:avLst>
              <a:gd name="adj" fmla="val 16364"/>
            </a:avLst>
          </a:prstGeom>
          <a:solidFill>
            <a:srgbClr val="FBEAE9"/>
          </a:solidFill>
          <a:ln w="12700">
            <a:solidFill>
              <a:srgbClr val="D953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03120" y="6199632"/>
            <a:ext cx="79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to write the same fact in two files? One of them is the wrong place.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4B-2 (alert engine) through the memory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75888" cy="4480560"/>
          </a:xfrm>
          <a:prstGeom prst="roundRect">
            <a:avLst>
              <a:gd name="adj" fmla="val 2239"/>
            </a:avLst>
          </a:prstGeom>
          <a:solidFill>
            <a:srgbClr val="F2F6FC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1581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(open)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22376" y="207568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194767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says: “Current: 4B-2, order APPROVED”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2376" y="2862072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2734056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4B-2: port 11 files, invariants marked, geometry wrinkle flagged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22376" y="3648456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41832" y="352044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Inventory: confirms the 9 lib/alert-engine files + worker exist as listed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22376" y="4434840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430682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table: alert engine row = MONOLITH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97096" y="3474720"/>
            <a:ext cx="219456" cy="32004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4434840" y="1417320"/>
            <a:ext cx="3675888" cy="4480560"/>
          </a:xfrm>
          <a:prstGeom prst="roundRect">
            <a:avLst>
              <a:gd name="adj" fmla="val 2239"/>
            </a:avLst>
          </a:prstGeom>
          <a:solidFill>
            <a:srgbClr val="FFF6E8"/>
          </a:solidFill>
          <a:ln/>
        </p:spPr>
      </p:sp>
      <p:sp>
        <p:nvSpPr>
          <p:cNvPr id="16" name="Text 14"/>
          <p:cNvSpPr/>
          <p:nvPr/>
        </p:nvSpPr>
        <p:spPr>
          <a:xfrm>
            <a:off x="4636008" y="1581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(execute)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654296" y="207568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873752" y="194767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governs: PORT dial = low, preserve behavior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54296" y="2862072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4873752" y="2734056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recorded live: “re-exported PriceEvent from types package instead of copying — why + impact”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54296" y="3648456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4873752" y="352044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ported with assertions unchanged (parity oracle)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54296" y="4434840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430682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Mirror-run started; lib/alert-engine/* now change-frozen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129016" y="3474720"/>
            <a:ext cx="219456" cy="32004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6" name="Shape 24"/>
          <p:cNvSpPr/>
          <p:nvPr/>
        </p:nvSpPr>
        <p:spPr>
          <a:xfrm>
            <a:off x="8366760" y="1417320"/>
            <a:ext cx="3675888" cy="4480560"/>
          </a:xfrm>
          <a:prstGeom prst="roundRect">
            <a:avLst>
              <a:gd name="adj" fmla="val 2239"/>
            </a:avLst>
          </a:prstGeom>
          <a:solidFill>
            <a:srgbClr val="E2F4F1"/>
          </a:solidFill>
          <a:ln/>
        </p:spPr>
      </p:sp>
      <p:sp>
        <p:nvSpPr>
          <p:cNvPr id="27" name="Text 25"/>
          <p:cNvSpPr/>
          <p:nvPr/>
        </p:nvSpPr>
        <p:spPr>
          <a:xfrm>
            <a:off x="8567928" y="1581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C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(close)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586216" y="2075688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9" name="Text 27"/>
          <p:cNvSpPr/>
          <p:nvPr/>
        </p:nvSpPr>
        <p:spPr>
          <a:xfrm>
            <a:off x="8805672" y="194767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4B-2: Deviations finalized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586216" y="2862072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1" name="Text 29"/>
          <p:cNvSpPr/>
          <p:nvPr/>
        </p:nvSpPr>
        <p:spPr>
          <a:xfrm>
            <a:off x="8805672" y="2734056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CLAUDE.md: “Current: 4B-3 pending; waiting-on: 48h mirror ends &lt;date&gt;”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586216" y="3648456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3" name="Text 31"/>
          <p:cNvSpPr/>
          <p:nvPr/>
        </p:nvSpPr>
        <p:spPr>
          <a:xfrm>
            <a:off x="8805672" y="352044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table: alert engine → SHADOW-RUNNING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586216" y="4434840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5" name="Text 33"/>
          <p:cNvSpPr/>
          <p:nvPr/>
        </p:nvSpPr>
        <p:spPr>
          <a:xfrm>
            <a:off x="8805672" y="430682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Inventory: unchanged (files deleted only at retire)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586216" y="5221224"/>
            <a:ext cx="100584" cy="100584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7" name="Text 35"/>
          <p:cNvSpPr/>
          <p:nvPr/>
        </p:nvSpPr>
        <p:spPr>
          <a:xfrm>
            <a:off x="8805672" y="5093208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3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PRE-DRAFT 4B-3 written (fast-path: straight to Davin)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 later, a COMPLETELY FRESH session opens 4B-3, reads these same files, and knows everything that matters — including the wait-clock it must verify before flipping anything.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DISCIPLINE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memory only works if the writes happen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stale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609344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0" y="146304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 executes the WRONG session — or re-does finished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130552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13055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Deviations left empty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2276856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213055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drafts the next order blind to what actually changed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798064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79806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Log skipped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63440" y="2944368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79806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settled question gets re-decided — possibly the other way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465576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46557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Cutover table stale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3611880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0" y="346557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implementations think they own a slice → double-fired alerts, double-sent payouts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4133088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1330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stale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663440" y="4279392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0" y="4133088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get drafted against files that no longer exist (ghost plans)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800600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80060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never harvested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663440" y="4946904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0" y="480060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failure gets re-debugged by every future session — nothing is learned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468112"/>
            <a:ext cx="4023360" cy="566928"/>
          </a:xfrm>
          <a:prstGeom prst="roundRect">
            <a:avLst>
              <a:gd name="adj" fmla="val 12903"/>
            </a:avLst>
          </a:prstGeom>
          <a:solidFill>
            <a:srgbClr val="2A3878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4681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“bent just once”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663440" y="5614416"/>
            <a:ext cx="320040" cy="274320"/>
          </a:xfrm>
          <a:prstGeom prst="rightArrow">
            <a:avLst/>
          </a:prstGeom>
          <a:solidFill>
            <a:srgbClr val="D9534F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0" y="546811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safety property above silently stops being guaranteed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the close ritual is non-negotiable — and why your DRAFT review should glance at the artifacts, not just the plan.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RECAP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yourself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806440" cy="4480560"/>
          </a:xfrm>
          <a:prstGeom prst="roundRect">
            <a:avLst>
              <a:gd name="adj" fmla="val 1837"/>
            </a:avLst>
          </a:prstGeom>
          <a:solidFill>
            <a:srgbClr val="2A387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361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QUESTIONS → SEVEN FILES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am I right now?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behave?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EXECUTOR-PROTOCOL.md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do today — and what happened?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&lt;session&gt;.migration-order.md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61188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we choose this?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DECISION-LOG.md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runs where, right now?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migration-cutover-table.md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exists, and where does it belong?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migration-stack-analysis.md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5257800"/>
            <a:ext cx="5349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I never do again?  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LESSONS-LEARNED.md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1371600"/>
            <a:ext cx="5120640" cy="4480560"/>
          </a:xfrm>
          <a:prstGeom prst="roundRect">
            <a:avLst>
              <a:gd name="adj" fmla="val 1837"/>
            </a:avLst>
          </a:prstGeom>
          <a:solidFill>
            <a:srgbClr val="2A3878"/>
          </a:solidFill>
          <a:ln/>
        </p:spPr>
      </p:sp>
      <p:sp>
        <p:nvSpPr>
          <p:cNvPr id="14" name="Text 12"/>
          <p:cNvSpPr/>
          <p:nvPr/>
        </p:nvSpPr>
        <p:spPr>
          <a:xfrm>
            <a:off x="6812280" y="1536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KEYSTONE RULES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12280" y="201168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99339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196596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auto-loads and only routes — state + pointers, never procedures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265176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263347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23760" y="260604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order: state → rules → plan → spot-checks (then CONFIRM)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12280" y="329184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2" name="Text 20"/>
          <p:cNvSpPr/>
          <p:nvPr/>
        </p:nvSpPr>
        <p:spPr>
          <a:xfrm>
            <a:off x="6812280" y="327355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324612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= 3 ALWAYS writes (Deviations, state, PRE-DRAFT) + 4 IF writes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12280" y="393192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391363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223760" y="388620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per fact, one home per fact — duplication is drift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12280" y="457200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455371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223760" y="452628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isn't written, it didn't happen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812280" y="5212080"/>
            <a:ext cx="274320" cy="274320"/>
          </a:xfrm>
          <a:prstGeom prst="ellipse">
            <a:avLst/>
          </a:prstGeom>
          <a:solidFill>
            <a:srgbClr val="0E8C81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19379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23760" y="5166360"/>
            <a:ext cx="4343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become rules: harvest lessons at close, read them at every open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612648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 answer the left column from memory, you can supervise any session.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2026-07-12T06:19:06Z</dcterms:created>
  <dcterms:modified xsi:type="dcterms:W3CDTF">2026-07-12T06:19:06Z</dcterms:modified>
</cp:coreProperties>
</file>