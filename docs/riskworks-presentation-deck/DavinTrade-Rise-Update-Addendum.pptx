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04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86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4231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Update to Our Proposal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97280" y="3429000"/>
            <a:ext cx="99971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7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digging further into your documentation, we tightened a couple of numbers and sharpened our ask.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 to the DavinTrade × Rise Partnership Proposal — originally sent July 23,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  ·  Founder, DavinTrade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Stats — Refreshed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figures moved since our last deck. Everything else about Rise's platform stands as presented.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69080" y="205740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6908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69080" y="2423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strike="sngStrike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$500M+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0" y="20574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543800" y="205740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EDF6F5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43800" y="2194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43800" y="2423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$650M+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Cryptocurrencies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9080" y="361188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69080" y="3749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6908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strike="sngStrike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listed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0" y="361188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43800" y="361188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EDF6F5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43800" y="37490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4380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 countries and 90+ local currencies remain accurate as originally presented.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Sharper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our five asks are meaningfully clearer, now that we understand your access and webhook process in detail. The other three — webhook secret, batch/rate limits, named contact — are unchanged.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762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API Access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578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Previously: 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API credentials — wallet keys and SIWE app registration for the live environment.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8211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our company for B2B API access — both environments. A support request with our company name + RiseID; staging and production are enabled separately.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050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Integration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453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Previously:  </a:t>
            </a: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of the webhook payload &amp; signature spec, needed to complete our signed-payload replay testing.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0566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5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on webhooks v1 vs. v2 — confirm which we should target, the current event schema, and v1's retirement timeline.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 Stands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324612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architecture, the automated pipeline, and the rollout plan in our July 23 deck are unchanged.</a:t>
            </a:r>
            <a:endParaRPr lang="en-US" sz="15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patience while we made sure the details matched your latest documentation.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Dhapanart (Davin)  ·  Founder,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DavinTrade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Startup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chemeClr val="bg1"/>
                </a:solidFill>
              </a:rPr>
              <a:t>dhapanart.devalee@davintrade.app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309</Words>
  <Application>Microsoft Office PowerPoint</Application>
  <PresentationFormat>Widescreen</PresentationFormat>
  <Paragraphs>43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Dhapanart Kevalee</cp:lastModifiedBy>
  <cp:revision>2</cp:revision>
  <dcterms:created xsi:type="dcterms:W3CDTF">2026-07-23T14:50:54Z</dcterms:created>
  <dcterms:modified xsi:type="dcterms:W3CDTF">2026-07-23T14:55:29Z</dcterms:modified>
</cp:coreProperties>
</file>