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04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08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DavinTrade </a:t>
            </a:r>
            <a:r>
              <a:rPr lang="en-US" sz="4600" b="1" dirty="0">
                <a:solidFill>
                  <a:srgbClr val="8FA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Rise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Global Affiliate Payouts, Together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money-service integration overview  ·  Parts 12 · 17 · 18 · 19 in </a:t>
            </a:r>
            <a:r>
              <a:rPr lang="en-US" sz="1300" dirty="0" err="1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</a:t>
            </a: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50512" y="46177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550512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1760" y="46177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39176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3008" y="46177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233008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74256" y="46177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7074256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Riseworks.io   |   July 23, 2026   |   Davin, Founder — DavinTrade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33856" y="1453896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 at a Glance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and the growth engine built around 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3856" y="2020824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Product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the live app affiliates are promoting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" y="2587752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Pipeline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parts, one transaction boundary — money-service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" y="3154680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workflow, and where Rise fits 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3721608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Global Payouts Are Hard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problem we chose not to build ourselves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3856" y="4288536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Rise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our disbursement engine is already built around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91032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3856" y="4855464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Already Built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 — not a roadmap promise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47725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" y="5422392"/>
            <a:ext cx="10021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&amp; Next Steps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Rise today to go live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COMPANY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DavinTrade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 is a SaaS trading-alerts platform built around XAUUSD (Gold) — real-time technical alerts, chart drawing tools, and tiered subscriptions for retail traders. Growth runs through a referral affiliate program: affiliates bring in subscribers, and are paid a commission on every conversion.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XAUUSD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90448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Single-symbol gold specialist product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880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390448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payment rails — Stripe + dLocal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880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63640" y="390448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Local-currency markets served (dLocal)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880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390448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network, paid where they 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referral engine is the reason this partnership matters: every new affiliate we sign is a new payee who needs to be paid, reliably, in their own currency.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Product — Meet DavinTrade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affiliate-referred trader lands here first — a conversational, AI-first entry point, not a static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" y="2093976"/>
            <a:ext cx="4443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 onboarding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open a conversation with DavinTrade's AI, not a menu of settings.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" y="3008376"/>
            <a:ext cx="4443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history, saved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analyses are kept and revisited anytime (Remark : XAUUSD is only symbol initially lunched in introductory phase while Cryptos, Forex, equities would be added in later phases).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3922776"/>
            <a:ext cx="4443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tier, visible in-product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“Pro Plan” badge ties directly to the Stripe/dLocal billing covered earlier.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3856" y="4837176"/>
            <a:ext cx="4443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focused navigation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Chart Analysis, Portfolio, and Market News — nothing extraneous.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1783080"/>
            <a:ext cx="5943600" cy="3063240"/>
          </a:xfrm>
          <a:prstGeom prst="roundRect">
            <a:avLst>
              <a:gd name="adj" fmla="val 268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pic>
        <p:nvPicPr>
          <p:cNvPr id="18" name="Image 0" descr="/sessions/funny-hopeful-allen/mnt/trading-alerts-saas-public/docs/riskworks-presentation-deck/davin-landing-chat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34528"/>
            <a:ext cx="5760720" cy="276034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715000" y="4983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DavinTrade's AI-first landing &amp; chat page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Product — Live Analysis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Analysis workspace pairs a symbol-aware AI Analyst with live, multi-timeframe XAUUSD charts and a proprietary signal engine — trend channels, a Bullish Flag pattern alert with a live price target, a flagged resistance level, and custom indicators (EDT Slope, Extreme Candle, Extreme Zigzag, SSA Stochastic) surfaced in real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89608" y="2286000"/>
            <a:ext cx="8412480" cy="4133088"/>
          </a:xfrm>
          <a:prstGeom prst="roundRect">
            <a:avLst>
              <a:gd name="adj" fmla="val 1991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pic>
        <p:nvPicPr>
          <p:cNvPr id="6" name="Image 0" descr="/sessions/funny-hopeful-allen/mnt/trading-alerts-saas-public/docs/riskworks-presentation-deck/davin-main-page-revi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2377654"/>
            <a:ext cx="8229600" cy="39497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Pipeline — Four Parts, One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lives in one purpose-built backend microservice: money-service (NestJS, on Railway).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(Stripe)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card checkout, subscriptions, cancellations, invoices.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67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codes, commission engine, payout eligibility, reporting.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270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dLocal Payments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methods across 8 emerging markets, fraud checks.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297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2702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RiseWorks Disbursement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affiliate commissions and pays them out globally via Rise.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FULL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Connects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boundary, five moving parts — and Rise closes the loop.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848356" y="3566160"/>
            <a:ext cx="32004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168396" y="2468880"/>
            <a:ext cx="0" cy="219456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168396" y="2468880"/>
            <a:ext cx="32004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68396" y="4663440"/>
            <a:ext cx="32004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91556" y="2468880"/>
            <a:ext cx="32004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591556" y="4663440"/>
            <a:ext cx="32004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911596" y="2468880"/>
            <a:ext cx="0" cy="219456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911596" y="3566160"/>
            <a:ext cx="32004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17636" y="3566160"/>
            <a:ext cx="640080" cy="0"/>
          </a:xfrm>
          <a:prstGeom prst="line">
            <a:avLst/>
          </a:prstGeom>
          <a:noFill/>
          <a:ln w="22225">
            <a:solidFill>
              <a:srgbClr val="9AA9C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" y="2743200"/>
            <a:ext cx="210312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04772" y="288950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604772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1540" y="371246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DavinTrade with a referral code at checkout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88436" y="173736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7972" y="188366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434797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79876" y="23408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34740" y="27066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card payments &amp; subscriptions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88436" y="39319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7972" y="407822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34797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79876" y="45354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34740" y="49011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methods across 8 emerging markets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1636" y="274320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82612" y="288950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7182612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23076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77940" y="371246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attributed; commission earned &amp; tracked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57716" y="274320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0A1226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08692" y="288950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108692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249156" y="3346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RiseWorks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304020" y="371246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commissions and disburses globally — fiat, stablecoin, or crypto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commission DavinTrade calculates has to end up in an affiliate's hands, somewhere in the world. Rise is the only node in this chain that makes that last step possible.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a Global Affiliate Network Isn't a Feature —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Compliance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2002536"/>
            <a:ext cx="10222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country, different rules</a:t>
            </a:r>
            <a:endParaRPr lang="en-US" sz="1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checks, tax documentation, and local banking rails all differ by jurisdiction.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2962656"/>
            <a:ext cx="10222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risk on both sides</a:t>
            </a:r>
            <a:endParaRPr lang="en-US" sz="1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are earned in USD but owed in 90+ local currencies — someone has to absorb the conversion.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922776"/>
            <a:ext cx="10222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payout doesn't scale</a:t>
            </a:r>
            <a:endParaRPr lang="en-US" sz="1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processing, retry logic, and reconciliation are required the moment there's more than a handful of affiliates.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4882896"/>
            <a:ext cx="10222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ourselves means becoming a money-service business</a:t>
            </a:r>
            <a:endParaRPr lang="en-US" sz="1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custody, compliance registration, and settlement rails are not our core product — they're Rise's.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THE PARTNER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Around Rise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$500M+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715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 globally to date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715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supported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715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currencies, plus stablecoins &amp; crypto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71576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Money Service Business (FinCEN)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Rise's SIWE (Sign-In with Ethereum) wallet authentication, automated KYC/AML onboarding, and USDC/Arbitrum settlement rails are exactly the primitives our disbursement engine is already designed around — affiliates choose fiat, stablecoins, or crypto, and Rise handles the compliance underneath.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Commission to Payout — Fully Automated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17904" y="1618488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subscribes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Stripe or dLocal, with a referral code applied at checkout.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3272" y="2112264"/>
            <a:ext cx="0" cy="338328"/>
          </a:xfrm>
          <a:prstGeom prst="line">
            <a:avLst/>
          </a:prstGeom>
          <a:noFill/>
          <a:ln w="19050">
            <a:solidFill>
              <a:srgbClr val="C7D2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50592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17904" y="2377440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created (PENDING)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Instantly, atomically, and idempotent against webhook retries.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33272" y="2871216"/>
            <a:ext cx="0" cy="338328"/>
          </a:xfrm>
          <a:prstGeom prst="line">
            <a:avLst/>
          </a:prstGeom>
          <a:noFill/>
          <a:ln w="19050">
            <a:solidFill>
              <a:srgbClr val="C7D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209544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17904" y="3136392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after 14 days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maturation window — no manual sign-off needed for the happy path.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33272" y="3630168"/>
            <a:ext cx="0" cy="338328"/>
          </a:xfrm>
          <a:prstGeom prst="line">
            <a:avLst/>
          </a:prstGeom>
          <a:noFill/>
          <a:ln w="19050">
            <a:solidFill>
              <a:srgbClr val="C7D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68496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17904" y="3895344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across affiliates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together once a payee's approved balance crosses a $50 threshold.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33272" y="4389120"/>
            <a:ext cx="0" cy="338328"/>
          </a:xfrm>
          <a:prstGeom prst="line">
            <a:avLst/>
          </a:prstGeom>
          <a:noFill/>
          <a:ln w="19050">
            <a:solidFill>
              <a:srgbClr val="C7D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72744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17904" y="4654296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submitted to Rise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payments per batch, with automatic retry on failure.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33272" y="5148072"/>
            <a:ext cx="0" cy="338328"/>
          </a:xfrm>
          <a:prstGeom prst="line">
            <a:avLst/>
          </a:prstGeom>
          <a:noFill/>
          <a:ln w="19050">
            <a:solidFill>
              <a:srgbClr val="C7D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48640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7904" y="5413248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confirms via webhook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marked PAID, balances reconciled, dashboards updated in real time.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ENGINEERING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Concept — It's Already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63677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disbursement module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our production NestJS money-service, deployed on Railway.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59689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 layer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is integrated behind a swappable interface, not hardcoded.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355701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authentication client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end-to-end to Rise's Sign-In with Ethereum flow.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51713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webhook handler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every Rise event before it's processed.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48272" y="163677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orchestration engine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 and idempotent processing on every payout batch.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48272" y="259689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logging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disbursement action is logged for financial traceability.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26480" y="361188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48272" y="355701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admin dashboard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Batches, transactions, accounts, audit logs, config, and health, live.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48272" y="4517136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automation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handle payout batching and account sync on a fixed schedule.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ENGINEERING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Handle Money Correctly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73936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verification on every webhook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dLocal, and Rise payloads are all signature-verified before processing.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61518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Role-gated, JWT-authenticated admin APIs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actions require an authenticated admin session.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456432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KYC-gated payouts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disbursement executes without a verified Rise account (RiseID) on file.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29768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action is written to an immutable disbursement audit log.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93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138928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fail-open by design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hiccups never block a customer checkout.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23644" y="2148840"/>
            <a:ext cx="256032" cy="2560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Tested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against a mock-provider harness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12564" y="2148840"/>
            <a:ext cx="256032" cy="2560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Validation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Batches, retries, reconciliation confirmed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DF3E3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01484" y="214884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Production Access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Rise comes 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90404" y="2148840"/>
            <a:ext cx="256032" cy="2560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5256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traffic, monitored rollout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disbursement pipeline — batching, retries, reconciliation, admin tooling — is built and tested end-to-end against Rise's published API surface. The only remaining gap is live production access.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Rise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2821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 credentials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keys and SIWE app registration for the live environment.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9689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production webhook endpoint + signing secret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Rise events reach our handler and can be verified.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46557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the webhook payload &amp; signature spec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complete our signed-payload replay testing before cutover.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33425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Batch-payment &amp; rate limits sized for our volume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appropriately for our affiliate network's payout cadence.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202936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technical contact for go-live</a:t>
            </a:r>
            <a:endParaRPr lang="en-US" sz="15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 to unblock issues during rollout.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Path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Exchange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validation with production-shaped credentials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Replay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30632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 handling against real signed payloads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Cutover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reversible slice — point Rise's dashboard at production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2377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Go-Live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98280" y="30632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payouts on, with active monitoring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Partnership Works Both 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DavinTrade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45973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global payouts without becoming a compliance operation ourselves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41985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provider for fiat, stablecoin, and crypto payout preference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437997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disbursement pipeline already built and tested against Rise's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Rise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2514600"/>
            <a:ext cx="365760" cy="365760"/>
          </a:xfrm>
          <a:prstGeom prst="ellipse">
            <a:avLst/>
          </a:prstGeom>
          <a:solidFill>
            <a:srgbClr val="0A5F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13448" y="245973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growing, recurring-revenue affiliate network as new disbursement volume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3474720"/>
            <a:ext cx="365760" cy="365760"/>
          </a:xfrm>
          <a:prstGeom prst="ellipse">
            <a:avLst/>
          </a:prstGeom>
          <a:solidFill>
            <a:srgbClr val="0A5F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13448" y="341985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already integrated at the code level — not evaluating alternatives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4434840"/>
            <a:ext cx="365760" cy="365760"/>
          </a:xfrm>
          <a:prstGeom prst="ellipse">
            <a:avLst/>
          </a:prstGeom>
          <a:solidFill>
            <a:srgbClr val="0A5F67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3448" y="4379976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integration: SaaS billing plus affiliate payouts, done right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This Together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today.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Dhapanart (Davin)  ·  Founder,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dhapanart.kevalee@davintrade.app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1586</Words>
  <Application>Microsoft Office PowerPoint</Application>
  <PresentationFormat>Widescreen</PresentationFormat>
  <Paragraphs>289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Dhapanart Kevalee</cp:lastModifiedBy>
  <cp:revision>3</cp:revision>
  <dcterms:created xsi:type="dcterms:W3CDTF">2026-07-23T01:16:54Z</dcterms:created>
  <dcterms:modified xsi:type="dcterms:W3CDTF">2026-07-23T01:29:41Z</dcterms:modified>
</cp:coreProperties>
</file>