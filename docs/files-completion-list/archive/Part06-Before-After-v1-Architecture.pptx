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COMPARISON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06: Before vs After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E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monolithic Flask process to isolated workers + a scalable gateway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external contract (REST + Socket.IO) — only how Part 06 talks to MT5 terminals changes underneath.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475488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132D46"/>
          </a:solidFill>
          <a:ln w="12700">
            <a:solidFill>
              <a:srgbClr val="24506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500176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47548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Isolation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520440" y="475488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132D46"/>
          </a:solidFill>
          <a:ln w="12700">
            <a:solidFill>
              <a:srgbClr val="24506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500176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60520" y="47548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Scaling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17920" y="475488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132D46"/>
          </a:solidFill>
          <a:ln w="12700">
            <a:solidFill>
              <a:srgbClr val="2450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500176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47548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Failover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915400" y="475488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132D46"/>
          </a:solidFill>
          <a:ln w="12700">
            <a:solidFill>
              <a:srgbClr val="24506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2" y="5001768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555480" y="47548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 Contract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Alerts SaaS  |  Backend Architecture Deck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— Monolithic Flask Process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MT5 connections and the public API all live inside one Python process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1600200"/>
            <a:ext cx="585216" cy="585216"/>
          </a:xfrm>
          <a:prstGeom prst="ellipse">
            <a:avLst/>
          </a:prstGeom>
          <a:solidFill>
            <a:srgbClr val="0B5D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174650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2860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Terminals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×15 (one per symbol)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VPS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60320" y="2491740"/>
            <a:ext cx="274320" cy="0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834640" y="1417320"/>
            <a:ext cx="4206240" cy="2148840"/>
          </a:xfrm>
          <a:prstGeom prst="roundRect">
            <a:avLst>
              <a:gd name="adj" fmla="val 3404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45152" y="1600200"/>
            <a:ext cx="585216" cy="585216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746504"/>
            <a:ext cx="292608" cy="2926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656832" y="1271016"/>
            <a:ext cx="512064" cy="5120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0"/>
          <p:cNvSpPr/>
          <p:nvPr/>
        </p:nvSpPr>
        <p:spPr>
          <a:xfrm>
            <a:off x="6656832" y="1271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907792" y="2286000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Flask Process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926080" y="27432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 (15 MT5 sessions)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REST API + Socket.IO server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sharing one Python interpreter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040880" y="2491740"/>
            <a:ext cx="274320" cy="0"/>
          </a:xfrm>
          <a:prstGeom prst="line">
            <a:avLst/>
          </a:prstGeom>
          <a:noFill/>
          <a:ln w="28575">
            <a:solidFill>
              <a:srgbClr val="12B886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7315200" y="14630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83880" y="153619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1609344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370064" y="192024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7370064" y="213055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Routes API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7315200" y="26974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183880" y="2770632"/>
            <a:ext cx="365760" cy="365760"/>
          </a:xfrm>
          <a:prstGeom prst="ellipse">
            <a:avLst/>
          </a:prstGeom>
          <a:solidFill>
            <a:srgbClr val="12B88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2843784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0064" y="315468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370064" y="336499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+ Socket.IO client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640080" y="38862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3A1A1E"/>
          </a:solidFill>
          <a:ln w="12700">
            <a:solidFill>
              <a:srgbClr val="6B2A30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087368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40599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risky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868680" y="4434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MetaTrader5 Python package is built for one terminal per process — 15 sessions sharing one interpreter can interfere with each other. One crash or restart takes down all 15 symbols at once, and the API layer cannot scale separately from MT5 connectivity.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pPr indent="0" marL="0">
              <a:buNone/>
            </a:pPr>
            <a:r>
              <a:rPr lang="en-US" sz="11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3.0  ·  flask-socketio 5.3  ·  eventlet  ·  MetaTrader5 Python API  ·  gunicorn + gevent  ·  pandas / psycopg2 / pydantic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— Decoupled Workers + Gateway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isolated process per terminal, a message broker in between, a scalable gateway on top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965960" cy="2148840"/>
          </a:xfrm>
          <a:prstGeom prst="roundRect">
            <a:avLst>
              <a:gd name="adj" fmla="val 3721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4732" y="1600200"/>
            <a:ext cx="585216" cy="585216"/>
          </a:xfrm>
          <a:prstGeom prst="ellipse">
            <a:avLst/>
          </a:prstGeom>
          <a:solidFill>
            <a:srgbClr val="0B5D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036" y="174650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" y="228600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Terminals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27432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×15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+ backup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symbol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60320" y="2491740"/>
            <a:ext cx="256032" cy="0"/>
          </a:xfrm>
          <a:prstGeom prst="line">
            <a:avLst/>
          </a:prstGeom>
          <a:noFill/>
          <a:ln w="28575">
            <a:solidFill>
              <a:srgbClr val="12B886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816352" y="1417320"/>
            <a:ext cx="1965960" cy="2148840"/>
          </a:xfrm>
          <a:prstGeom prst="roundRect">
            <a:avLst>
              <a:gd name="adj" fmla="val 3721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06724" y="160020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028" y="1746504"/>
            <a:ext cx="292608" cy="2926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98264" y="127101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0"/>
          <p:cNvSpPr/>
          <p:nvPr/>
        </p:nvSpPr>
        <p:spPr>
          <a:xfrm>
            <a:off x="4398264" y="1271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889504" y="228600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Workers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907792" y="27432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×15 isolated processes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process : 1 terminal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auto-failover to backup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782312" y="2491740"/>
            <a:ext cx="256032" cy="0"/>
          </a:xfrm>
          <a:prstGeom prst="line">
            <a:avLst/>
          </a:prstGeom>
          <a:noFill/>
          <a:ln w="28575">
            <a:solidFill>
              <a:srgbClr val="12B886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5038344" y="1417320"/>
            <a:ext cx="1965960" cy="2148840"/>
          </a:xfrm>
          <a:prstGeom prst="roundRect">
            <a:avLst>
              <a:gd name="adj" fmla="val 3721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728716" y="1600200"/>
            <a:ext cx="585216" cy="585216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1746504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11496" y="228600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129784" y="27432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message broker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tick channel per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+ timeframe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7004304" y="2491740"/>
            <a:ext cx="256032" cy="0"/>
          </a:xfrm>
          <a:prstGeom prst="line">
            <a:avLst/>
          </a:prstGeom>
          <a:noFill/>
          <a:ln w="28575">
            <a:solidFill>
              <a:srgbClr val="12B886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7260336" y="1417320"/>
            <a:ext cx="1965960" cy="2148840"/>
          </a:xfrm>
          <a:prstGeom prst="roundRect">
            <a:avLst>
              <a:gd name="adj" fmla="val 3721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950708" y="1600200"/>
            <a:ext cx="585216" cy="585216"/>
          </a:xfrm>
          <a:prstGeom prst="ellipse">
            <a:avLst/>
          </a:prstGeom>
          <a:solidFill>
            <a:srgbClr val="12B88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012" y="1746504"/>
            <a:ext cx="292608" cy="292608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8842248" y="1271016"/>
            <a:ext cx="512064" cy="512064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28" name="Text 22"/>
          <p:cNvSpPr/>
          <p:nvPr/>
        </p:nvSpPr>
        <p:spPr>
          <a:xfrm>
            <a:off x="8842248" y="1271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333488" y="228600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API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351776" y="27432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Socket.IO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×N replicas (Linux)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REST/WS contract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9226296" y="2491740"/>
            <a:ext cx="256032" cy="0"/>
          </a:xfrm>
          <a:prstGeom prst="line">
            <a:avLst/>
          </a:prstGeom>
          <a:noFill/>
          <a:ln w="28575">
            <a:solidFill>
              <a:srgbClr val="12B886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9482328" y="146304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10282428" y="153619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5580" y="1609344"/>
            <a:ext cx="219456" cy="21945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537192" y="1920240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9537192" y="2130552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Routes API</a:t>
            </a:r>
            <a:endParaRPr lang="en-US" sz="850" dirty="0"/>
          </a:p>
        </p:txBody>
      </p:sp>
      <p:sp>
        <p:nvSpPr>
          <p:cNvPr id="37" name="Shape 30"/>
          <p:cNvSpPr/>
          <p:nvPr/>
        </p:nvSpPr>
        <p:spPr>
          <a:xfrm>
            <a:off x="9482328" y="26974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10282428" y="2770632"/>
            <a:ext cx="365760" cy="365760"/>
          </a:xfrm>
          <a:prstGeom prst="ellipse">
            <a:avLst/>
          </a:prstGeom>
          <a:solidFill>
            <a:srgbClr val="12B886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5580" y="2843784"/>
            <a:ext cx="219456" cy="21945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537192" y="3154680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9537192" y="3364992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850" dirty="0"/>
          </a:p>
        </p:txBody>
      </p:sp>
      <p:sp>
        <p:nvSpPr>
          <p:cNvPr id="42" name="Shape 34"/>
          <p:cNvSpPr/>
          <p:nvPr/>
        </p:nvSpPr>
        <p:spPr>
          <a:xfrm>
            <a:off x="640080" y="38862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F332B"/>
          </a:solidFill>
          <a:ln w="12700">
            <a:solidFill>
              <a:srgbClr val="1E5C4A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087368"/>
            <a:ext cx="384048" cy="38404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371600" y="40599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safer</a:t>
            </a:r>
            <a:endParaRPr lang="en-US" sz="1300" dirty="0"/>
          </a:p>
        </p:txBody>
      </p:sp>
      <p:sp>
        <p:nvSpPr>
          <p:cNvPr id="45" name="Text 36"/>
          <p:cNvSpPr/>
          <p:nvPr/>
        </p:nvSpPr>
        <p:spPr>
          <a:xfrm>
            <a:off x="868680" y="4434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worker owns exactly one MT5 terminal — a failure or reconnect stays isolated to that symbol. The gateway no longer touches MT5 directly, so it can run on ordinary Linux infrastructure and scale out independently. Swapping a failed broker/terminal means restarting one worker, not the whole service.</a:t>
            </a:r>
            <a:endParaRPr lang="en-US" sz="1150" dirty="0"/>
          </a:p>
        </p:txBody>
      </p:sp>
      <p:sp>
        <p:nvSpPr>
          <p:cNvPr id="46" name="Text 37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stack: </a:t>
            </a:r>
            <a:pPr indent="0" marL="0">
              <a:buNone/>
            </a:pPr>
            <a:r>
              <a:rPr lang="en-US" sz="11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redis-py (workers)  ·  Redis Pub/Sub or Streams (broker)  ·  @socket.io/redis-adapter (gateway fan-out)  ·  Flask/flask-socketio/eventlet unchanged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 After,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changes for Part 06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49240" cy="502920"/>
          </a:xfrm>
          <a:prstGeom prst="roundRect">
            <a:avLst>
              <a:gd name="adj" fmla="val 12727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417320"/>
            <a:ext cx="5349240" cy="502920"/>
          </a:xfrm>
          <a:prstGeom prst="roundRect">
            <a:avLst>
              <a:gd name="adj" fmla="val 12727"/>
            </a:avLst>
          </a:prstGeom>
          <a:solidFill>
            <a:srgbClr val="12B886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4173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model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49424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249424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MT5 sessions in 1 shared process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2249424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249424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isolated processes, 1 terminal each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779776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isolation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017520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crash can affect all 15 symbols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3017520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3017520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failure stays contained to one symbol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3547872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failover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785616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3785616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restart of the whole service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3785616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3785616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Auto-switch to backup terminal per symbol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315968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553712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4553712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and API scale together, or not at all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4553712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4553712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and gateway scale independently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5084064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321808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2960" y="5321808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pinned to one Windows box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09360" y="5321808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92240" y="5321808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on Windows; gateway on Linux, N replicas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585216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contract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6089904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6089904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Socket.IO (Part 07 / Browser)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09360" y="6089904"/>
            <a:ext cx="534924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92240" y="6089904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— same REST + Socket.IO contract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06 Redesign: Before vs After</dc:title>
  <dc:subject>PptxGenJS Presentation</dc:subject>
  <dc:creator>Trading Alerts SaaS</dc:creator>
  <cp:lastModifiedBy>Trading Alerts SaaS</cp:lastModifiedBy>
  <cp:revision>1</cp:revision>
  <dcterms:created xsi:type="dcterms:W3CDTF">2026-07-03T06:06:18Z</dcterms:created>
  <dcterms:modified xsi:type="dcterms:W3CDTF">2026-07-03T06:06:18Z</dcterms:modified>
</cp:coreProperties>
</file>