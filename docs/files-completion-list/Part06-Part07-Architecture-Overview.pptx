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ARCHITECTURE 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06 + Part 07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Market Data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price data travels from MetaTrader 5 terminals through the Flask MT5 service and the Next.js tier-access API to live candlestick charts in the browser.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475488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50017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47548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MT5 Service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20440" y="475488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50017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47548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WebSocket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475488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500176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47548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Access Control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915400" y="475488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2" y="5001768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555480" y="47548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Charting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Alerts SaaS  |  Backend &amp; API Architecture Deck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scope of Part 06 (Flask MT5 Service) and Part 07 (Tier Routes API)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is a standalone Flask microservice that connects to MetaTrader 5 terminals, resolves broker-specific symbols, and streams OHLCV candle data to the browser in real time over a Socket.IO WebSocket. Part 07 is a lean set of three Next.js API routes that enforce FREE/PRO tier entitlements — which symbols, timeframes, and combinations a user is allowed to request — before the frontend ever opens that WebSocket connection. Together they form a two-stage pipeline: authorize, then stream.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6400800" cy="1691640"/>
          </a:xfrm>
          <a:prstGeom prst="roundRect">
            <a:avLst>
              <a:gd name="adj" fmla="val 4324"/>
            </a:avLst>
          </a:prstGeom>
          <a:solidFill>
            <a:srgbClr val="132D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3159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42793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v2.0.0 architectural shift (2026-03-05)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466344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data delivery moved from HTTP polling to a persistent Socket.IO WebSocket. Part 07 no longer talks to MT5 directly — its only job now is tier authorization; all custom-indicator endpoints were removed in favor of OHLCV-only streaming.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60920" y="141732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2" y="1737360"/>
            <a:ext cx="566928" cy="566928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18745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0" y="15270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9692640" y="1545336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Part 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MT5 Service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60920" y="278892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16952" y="3108960"/>
            <a:ext cx="566928" cy="566928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324612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8986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9692640" y="2916936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Part 07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Routes API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60920" y="416052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16952" y="4480560"/>
            <a:ext cx="566928" cy="566928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461772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0" y="42702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0.25s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692640" y="4288536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change-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interval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60920" y="553212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616952" y="5852160"/>
            <a:ext cx="566928" cy="566928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598932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412480" y="56418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9692640" y="5660136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tiers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PRO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and frameworks powering each layer of the combined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7922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— Flask MT5 Service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 + Flask-CORS 4.0 (REST layer)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flask-socketio 5.3 / python-socketio 5.10 / python-engineio 4.8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eventlet 0.33 (async workers, no Redis needed)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MetaTrader5 Python API — copy_rates_from_pos()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 (OHLCV processing)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psycopg2-binary 2.9 (PostgreSQL access)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≥ 2.12 (response validation)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21.2 + gevent 23.9 (production server)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/ pytest-flask (test suite)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434840" y="146304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7922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6276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 — Tier Routes API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09160" y="233172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App Router API routes (TypeScript)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/api/tier/symbols — accessible symbols by tier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/api/tier/check/[symbol] — single-symbol access check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/api/tier/combinations — valid symbol+timeframe pairs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lib/tier-config.ts + lib/tier-validation.ts (shared logic)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 validation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authentication guard on every route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MT5 or indicator logic (removed in v2.0.0)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229600" y="146304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691640"/>
            <a:ext cx="457200" cy="45720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17922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16276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Consumption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503920" y="233172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Next.js 15 client components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socket.io-client 4.8 (WebSocket connection)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lightweight-charts 5.2 (candlestick rendering)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hooks/use-ohlcv-socket.ts (subscribe / stream hook)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trading-chart-client.tsx + trading-chart.tsx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polling removed — WebSocket-only updates</a:t>
            </a:r>
            <a:endParaRPr lang="en-US" sz="103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@socket.io/redis-adapter (multi-instance scaling, backend)</a:t>
            </a:r>
            <a:endParaRPr lang="en-US" sz="10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Part 06 and Part 07 fit together with the browser and MT5 terminals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2057400"/>
            <a:ext cx="640080" cy="640080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22128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278892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lightweight-charts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socket.io-client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17520" y="2971800"/>
            <a:ext cx="502920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520440" y="182880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6260" y="2057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08" y="22128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0168" y="278892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Routes API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57600" y="32918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FREE/PRO authorization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852160" y="2971800"/>
            <a:ext cx="502920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355080" y="182880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00900" y="2057400"/>
            <a:ext cx="640080" cy="64008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348" y="22128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278892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MT5 Service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92240" y="32918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flask-socketio + eventlet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resolver, tier check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686800" y="2971800"/>
            <a:ext cx="502920" cy="0"/>
          </a:xfrm>
          <a:prstGeom prst="line">
            <a:avLst/>
          </a:prstGeom>
          <a:noFill/>
          <a:ln w="28575">
            <a:solidFill>
              <a:srgbClr val="12B886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189720" y="182880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132D46"/>
          </a:solidFill>
          <a:ln w="15875">
            <a:solidFill>
              <a:srgbClr val="24506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35540" y="2057400"/>
            <a:ext cx="640080" cy="640080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988" y="221284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99448" y="278892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326880" y="32918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MetaTrader5 Python API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symbols / 15 terminals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85800" y="4526280"/>
            <a:ext cx="10835640" cy="1691640"/>
          </a:xfrm>
          <a:prstGeom prst="roundRect">
            <a:avLst>
              <a:gd name="adj" fmla="val 4324"/>
            </a:avLst>
          </a:prstGeom>
          <a:solidFill>
            <a:srgbClr val="132D46"/>
          </a:solidFill>
          <a:ln w="12700">
            <a:solidFill>
              <a:srgbClr val="24506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60120" y="4690872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Authorize first: 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calls Part 07 (GET /api/tier/combinations) to fetch which symbol + timeframe pairs the user's tier allows.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Stream second: 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opens a Socket.IO connection directly to Part 06, which re-validates tier access before subscribing the room.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Source of truth: 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 polls MT5 terminals every 0.25s and pushes only on new bars or intra-bar price changes — idle chart tabs cost zero resources.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Flow, Step by Step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page load to a live-updating candlestick on screen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82496"/>
            <a:ext cx="502920" cy="502920"/>
          </a:xfrm>
          <a:prstGeom prst="ellipse">
            <a:avLst/>
          </a:prstGeom>
          <a:solidFill>
            <a:srgbClr val="0B5D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82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6093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allowed combinations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508760" y="19019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267712"/>
            <a:ext cx="4965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page calls GET /api/tier/combinations — Part 07 returns the symbol + timeframe pairs the signed-in user's tier permits.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309360" y="1481328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16824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1682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16093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symbol + timeframe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78040" y="19019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10528" y="2267712"/>
            <a:ext cx="4965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Dropdowns are populated only with tier-eligible choices; invalid combinations are blocked client-side.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40080" y="3127248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328416"/>
            <a:ext cx="502920" cy="50292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32552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Socket.IO subscription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08760" y="35478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3913632"/>
            <a:ext cx="4965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emits subscribe {symbol, timeframe} to the Flask service; tier access is re-checked server-side before joining the room.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309360" y="3127248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10528" y="3328416"/>
            <a:ext cx="502920" cy="502920"/>
          </a:xfrm>
          <a:prstGeom prst="ellipse">
            <a:avLst/>
          </a:prstGeom>
          <a:solidFill>
            <a:srgbClr val="0B5D8C"/>
          </a:solidFill>
          <a:ln/>
        </p:spPr>
      </p:sp>
      <p:sp>
        <p:nvSpPr>
          <p:cNvPr id="24" name="Text 22"/>
          <p:cNvSpPr/>
          <p:nvPr/>
        </p:nvSpPr>
        <p:spPr>
          <a:xfrm>
            <a:off x="6510528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32552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initial_data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78040" y="35478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10528" y="3913632"/>
            <a:ext cx="4965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reads OHLCV history via MT5's copy_rates_from_pos(), resolves the broker symbol name, and emits the full candle history once.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40080" y="4773168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" y="49743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4974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08760" y="490118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ohlcv_update events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508760" y="51937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41248" y="5559552"/>
            <a:ext cx="4965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loop checks each active room every 0.25s and pushes only when a new bar opens or the current bar's close price changes.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309360" y="4773168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10528" y="4974336"/>
            <a:ext cx="502920" cy="50292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36" name="Text 34"/>
          <p:cNvSpPr/>
          <p:nvPr/>
        </p:nvSpPr>
        <p:spPr>
          <a:xfrm>
            <a:off x="6510528" y="4974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78040" y="490118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live candles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178040" y="51937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10528" y="5559552"/>
            <a:ext cx="4965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trading-chart.tsx renders updates via lightweight-charts — no HTTP polling; idle tabs consume no backend resources.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choices behind the current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37360"/>
            <a:ext cx="548640" cy="548640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74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8249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over polling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39572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data delivery migrated from HTTP polling (trading-chart.tsx) to a persistent Socket.IO stream. Both FREE and PRO users get real-time pushes; tier limits control which symbols/timeframes, not the delivery speed.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309360" y="1481328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874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68249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enforcement stays server-side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0" y="239572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 gates which combinations the UI can request; Part 06 independently re-validates tier access before opening a Socket.IO room — access control is never trusted to the client.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40080" y="3858768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114800"/>
            <a:ext cx="548640" cy="54864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2519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5993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indicators by design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14400" y="477316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Python API's iCustom() and copy_buffer() proved unreliable for fractals/trendlines. Part 06 now serves OHLCV only; all indicator values come from Part 20 (SQLite-Sync), fed by MQL5 expert-advisor exports.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309360" y="3858768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114800"/>
            <a:ext cx="548640" cy="548640"/>
          </a:xfrm>
          <a:prstGeom prst="ellipse">
            <a:avLst/>
          </a:prstGeom>
          <a:solidFill>
            <a:srgbClr val="0B5D8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42519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5993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by default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583680" y="477316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0.25s loop is a change-detection interval, not a fixed broadcast rate — it pushes only on new bars or close-price ticks. Subscription rooms exist only while a browser tab is open on that chart, so idle symbols cost nothing.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06 + Part 07 Architecture Overview</dc:title>
  <dc:subject>PptxGenJS Presentation</dc:subject>
  <dc:creator>Trading Alerts SaaS</dc:creator>
  <cp:lastModifiedBy>Trading Alerts SaaS</cp:lastModifiedBy>
  <cp:revision>1</cp:revision>
  <dcterms:created xsi:type="dcterms:W3CDTF">2026-07-03T04:51:40Z</dcterms:created>
  <dcterms:modified xsi:type="dcterms:W3CDTF">2026-07-03T04:51:40Z</dcterms:modified>
</cp:coreProperties>
</file>