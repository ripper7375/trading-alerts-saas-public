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Trading Alerts SaaS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Types Definition &amp; Tier System Overview</a:t>
            </a:r>
          </a:p>
          <a:p>
            <a:r>
              <a:t>(Part 03 &amp; Part 04 Architecture)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Type Safety: No 'any' types, strict null checking, comprehensive enums.</a:t>
            </a:r>
          </a:p>
          <a:p>
            <a:r>
              <a:t>Unified Tier Architecture: Streamlined from 3 to 2 tiers (FREE &amp; PRO).</a:t>
            </a:r>
          </a:p>
          <a:p>
            <a:r>
              <a:t>Advanced Indicator System: 57-column database schema with dynamic filtering.</a:t>
            </a:r>
          </a:p>
          <a:p>
            <a:r>
              <a:t>Seamless Integrations: Multi-provider payments (Stripe, dLocal), RiseWorks payouts, TOTP 2FA.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 System Features: FREE vs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 Tier ($0/month):</a:t>
            </a:r>
          </a:p>
          <a:p>
            <a:pPr lvl="1"/>
            <a:r>
              <a:t>5 Symbols &amp; 3 Timeframes (15 chart combinations).</a:t>
            </a:r>
          </a:p>
          <a:p>
            <a:pPr lvl="1"/>
            <a:r>
              <a:t>Limits: 5 alerts, 1 watchlist (5 items).</a:t>
            </a:r>
          </a:p>
          <a:p>
            <a:pPr lvl="1"/>
            <a:r>
              <a:t>Access: 24 DB columns (8 system + 16 basic indicators).</a:t>
            </a:r>
          </a:p>
          <a:p>
            <a:r>
              <a:t>PRO Tier ($29/month, 7-Day Trial):</a:t>
            </a:r>
          </a:p>
          <a:p>
            <a:pPr lvl="1"/>
            <a:r>
              <a:t>15 Symbols &amp; 9 Timeframes (135 chart combinations).</a:t>
            </a:r>
          </a:p>
          <a:p>
            <a:pPr lvl="1"/>
            <a:r>
              <a:t>Limits: 20 alerts, 5 watchlists (50 items).</a:t>
            </a:r>
          </a:p>
          <a:p>
            <a:pPr lvl="1"/>
            <a:r>
              <a:t>Access: Full 57 DB columns (all 8 advanced indicators).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 &amp;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57-Column Database Schema:</a:t>
            </a:r>
          </a:p>
          <a:p>
            <a:pPr lvl="1"/>
            <a:r>
              <a:t>System Columns (8): OHLCV &amp; metadata.</a:t>
            </a:r>
          </a:p>
          <a:p>
            <a:pPr lvl="1"/>
            <a:r>
              <a:t>FREE Indicators (16): Fractal Horizontal, Fractal Diagonal.</a:t>
            </a:r>
          </a:p>
          <a:p>
            <a:pPr lvl="1"/>
            <a:r>
              <a:t>PRO Indicators (33): Moving Averages, Body Momentum, Heiken Ashi, Keltner Channels, Support/Resistance, ZigZag.</a:t>
            </a:r>
          </a:p>
          <a:p>
            <a:r>
              <a:t>Tier-Aware API Responses:</a:t>
            </a:r>
          </a:p>
          <a:p>
            <a:pPr lvl="1"/>
            <a:r>
              <a:t>Data dynamically filtered based on user tier via filterDataByTier().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 Validation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Server-Side Validation Functions:</a:t>
            </a:r>
          </a:p>
          <a:p>
            <a:pPr lvl="1"/>
            <a:r>
              <a:t>Symbol/Timeframe validation (e.g., canAccessSymbol, validateChartAccess).</a:t>
            </a:r>
          </a:p>
          <a:p>
            <a:pPr lvl="1"/>
            <a:r>
              <a:t>Usage limits enforcement (e.g., canCreateAlert, canCreateWatchlist).</a:t>
            </a:r>
          </a:p>
          <a:p>
            <a:pPr lvl="1"/>
            <a:r>
              <a:t>Indicator/Column gating (e.g., canAccessColumn, canAccessIndicator).</a:t>
            </a:r>
          </a:p>
          <a:p>
            <a:r>
              <a:t>Performance Metrics:</a:t>
            </a:r>
          </a:p>
          <a:p>
            <a:pPr lvl="1"/>
            <a:r>
              <a:t>API Requests: 60/hr (FREE), 300/hr (PRO).</a:t>
            </a:r>
          </a:p>
          <a:p>
            <a:pPr lvl="1"/>
            <a:r>
              <a:t>Chart Updates: Real-time OHLCV via WebSocket for BOTH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Domain Types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&amp; Authentication:</a:t>
            </a:r>
          </a:p>
          <a:p>
            <a:pPr lvl="1"/>
            <a:r>
              <a:t>Extended NextAuth Sessions (tier, role, affiliate status).</a:t>
            </a:r>
          </a:p>
          <a:p>
            <a:pPr lvl="1"/>
            <a:r>
              <a:t>TOTP 2FA fields and trial management tracking.</a:t>
            </a:r>
          </a:p>
          <a:p>
            <a:r>
              <a:t>Payments &amp; Operations:</a:t>
            </a:r>
          </a:p>
          <a:p>
            <a:pPr lvl="1"/>
            <a:r>
              <a:t>dLocal (8 emerging market countries) &amp; Stripe standard subscriptions.</a:t>
            </a:r>
          </a:p>
          <a:p>
            <a:pPr lvl="1"/>
            <a:r>
              <a:t>RiseWorks payouts, KYC, Batch payments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&amp; Tooling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Prisma Stubs (types/prisma-stubs.d.ts):</a:t>
            </a:r>
          </a:p>
          <a:p>
            <a:pPr lvl="1"/>
            <a:r>
              <a:t>Supports offline dev and environments without Prisma client.</a:t>
            </a:r>
          </a:p>
          <a:p>
            <a:pPr lvl="1"/>
            <a:r>
              <a:t>Full type coverage for models and Enums.</a:t>
            </a:r>
          </a:p>
          <a:p>
            <a:r>
              <a:t>Documentation:</a:t>
            </a:r>
          </a:p>
          <a:p>
            <a:pPr lvl="1"/>
            <a:r>
              <a:t>100% typed definitions exported via types/index.ts.</a:t>
            </a:r>
          </a:p>
          <a:p>
            <a:pPr lvl="1"/>
            <a:r>
              <a:t>Fully mapped in OpenAPI specifications.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