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 ·  NON-TECHNICAL GUIDE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463040"/>
            <a:ext cx="5760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Drawing Engine &amp;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Line-Touch Alerts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works: from a hand-drawn line on a chart to an automatic real-time alert.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72200" y="3337560"/>
            <a:ext cx="2331720" cy="0"/>
          </a:xfrm>
          <a:prstGeom prst="line">
            <a:avLst/>
          </a:prstGeom>
          <a:noFill/>
          <a:ln w="12700">
            <a:solidFill>
              <a:srgbClr val="3A4A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5469" y="2531059"/>
            <a:ext cx="146565" cy="806501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6598572" y="2147011"/>
            <a:ext cx="146565" cy="1190549"/>
          </a:xfrm>
          <a:prstGeom prst="rect">
            <a:avLst/>
          </a:prstGeom>
          <a:solidFill>
            <a:srgbClr val="CADCFC">
              <a:alpha val="8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931675" y="2607869"/>
            <a:ext cx="146565" cy="729691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Shape 7"/>
          <p:cNvSpPr/>
          <p:nvPr/>
        </p:nvSpPr>
        <p:spPr>
          <a:xfrm>
            <a:off x="7264777" y="1839773"/>
            <a:ext cx="146565" cy="1497787"/>
          </a:xfrm>
          <a:prstGeom prst="rect">
            <a:avLst/>
          </a:prstGeom>
          <a:solidFill>
            <a:srgbClr val="CADCFC">
              <a:alpha val="8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597880" y="2377440"/>
            <a:ext cx="146565" cy="9601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Shape 9"/>
          <p:cNvSpPr/>
          <p:nvPr/>
        </p:nvSpPr>
        <p:spPr>
          <a:xfrm>
            <a:off x="7930983" y="1609344"/>
            <a:ext cx="146565" cy="1728216"/>
          </a:xfrm>
          <a:prstGeom prst="rect">
            <a:avLst/>
          </a:prstGeom>
          <a:solidFill>
            <a:srgbClr val="CADCFC">
              <a:alpha val="8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264086" y="2185416"/>
            <a:ext cx="146565" cy="115214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 flipV="1">
            <a:off x="6080760" y="1609344"/>
            <a:ext cx="2514600" cy="1190549"/>
          </a:xfrm>
          <a:prstGeom prst="line">
            <a:avLst/>
          </a:prstGeom>
          <a:noFill/>
          <a:ln w="31750">
            <a:solidFill>
              <a:srgbClr val="E8604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7815377" y="1836591"/>
            <a:ext cx="164592" cy="164592"/>
          </a:xfrm>
          <a:prstGeom prst="ellipse">
            <a:avLst/>
          </a:prstGeom>
          <a:solidFill>
            <a:srgbClr val="E860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F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DavinTrade  ·  Architecture Design Blueprint  ·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features, working as one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76656" y="15087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17320" y="137160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draw on the chart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70078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up any live price chart with lines, channels, and Fibonacci tools — like drawing on a whiteboard over the market.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76656" y="24231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423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17320" y="228600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set a price alert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61518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a rule to any line: “tell me the moment price crosses here.” No coding, no spreadsheets.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6656" y="3337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3337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320040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watches for you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52958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background service compares live market prices to your saved lines around the clock — even while you sleep.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6656" y="42519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4251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17320" y="4114800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get notified instantly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443984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price crosses your line, you're alerted in the app and by email — even if your browser is closed.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582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data streams, one missing connection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97864"/>
            <a:ext cx="329184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" y="108813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&amp; working today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46120" y="1197864"/>
            <a:ext cx="329184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648456" y="108813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— not yet connected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8229600" cy="841248"/>
          </a:xfrm>
          <a:prstGeom prst="roundRect">
            <a:avLst>
              <a:gd name="adj" fmla="val 10870"/>
            </a:avLst>
          </a:prstGeom>
          <a:solidFill>
            <a:srgbClr val="EEF3F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90472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1  ·  LIVE MARKET PRICES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280160" y="1673352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1673352"/>
            <a:ext cx="14630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Platform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(MT5)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0" y="1673352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1673352"/>
            <a:ext cx="14630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Service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(Flask)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0" y="1956816"/>
            <a:ext cx="109728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303520" y="1956816"/>
            <a:ext cx="1097280" cy="0"/>
          </a:xfrm>
          <a:prstGeom prst="line">
            <a:avLst/>
          </a:prstGeom>
          <a:noFill/>
          <a:ln w="22225">
            <a:solidFill>
              <a:srgbClr val="5B6B8C"/>
            </a:solidFill>
            <a:prstDash val="dash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400800" y="1673352"/>
            <a:ext cx="14630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5875">
            <a:solidFill>
              <a:srgbClr val="5B6B8C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400800" y="1673352"/>
            <a:ext cx="1463040" cy="713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 Relay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(Redis)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750" b="1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yet connected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395728"/>
            <a:ext cx="8229600" cy="841248"/>
          </a:xfrm>
          <a:prstGeom prst="roundRect">
            <a:avLst>
              <a:gd name="adj" fmla="val 10870"/>
            </a:avLst>
          </a:prstGeom>
          <a:solidFill>
            <a:srgbClr val="EEF3F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46888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2  ·  YOUR DRAWINGS &amp; ALERTS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737360" y="265176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737360" y="2651760"/>
            <a:ext cx="14630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Draw a Line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(Browser)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2935224"/>
            <a:ext cx="100584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206240" y="265176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2651760"/>
            <a:ext cx="14630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Securely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(Database)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 flipH="1">
            <a:off x="5669280" y="2386584"/>
            <a:ext cx="1463040" cy="1069848"/>
          </a:xfrm>
          <a:prstGeom prst="line">
            <a:avLst/>
          </a:prstGeom>
          <a:noFill/>
          <a:ln w="22225">
            <a:solidFill>
              <a:srgbClr val="5B6B8C"/>
            </a:solidFill>
            <a:prstDash val="dash"/>
            <a:tailEnd type="triangle"/>
          </a:ln>
        </p:spPr>
      </p:sp>
      <p:sp>
        <p:nvSpPr>
          <p:cNvPr id="26" name="Shape 24"/>
          <p:cNvSpPr/>
          <p:nvPr/>
        </p:nvSpPr>
        <p:spPr>
          <a:xfrm flipH="1">
            <a:off x="3611880" y="3218688"/>
            <a:ext cx="1325880" cy="237744"/>
          </a:xfrm>
          <a:prstGeom prst="line">
            <a:avLst/>
          </a:prstGeom>
          <a:noFill/>
          <a:ln w="2222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246120" y="3456432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46120" y="35295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WORKER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46120" y="37673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complete — waiting on the price feed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0" y="4114800"/>
            <a:ext cx="0" cy="228600"/>
          </a:xfrm>
          <a:prstGeom prst="line">
            <a:avLst/>
          </a:prstGeom>
          <a:noFill/>
          <a:ln w="22225">
            <a:solidFill>
              <a:srgbClr val="5B6B8C"/>
            </a:solidFill>
            <a:prstDash val="dash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566160" y="434340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E8604C"/>
          </a:solidFill>
          <a:ln/>
        </p:spPr>
      </p:sp>
      <p:sp>
        <p:nvSpPr>
          <p:cNvPr id="32" name="Text 30"/>
          <p:cNvSpPr/>
          <p:nvPr/>
        </p:nvSpPr>
        <p:spPr>
          <a:xfrm>
            <a:off x="3566160" y="4343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Notifies You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582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BY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drawn line to a live alert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74420" y="15773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74420" y="15773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5191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 &amp; Set Alert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884932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line on your chart and set a rule, e.g. “alert me when price crosses here.”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4812" y="1965960"/>
            <a:ext cx="63093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28900" y="15773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2628900" y="15773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86000" y="25191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884932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line and alert rule are saved securely, tied to your account.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9292" y="1965960"/>
            <a:ext cx="63093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83380" y="15773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183380" y="15773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40480" y="25191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(24/7)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0" y="2884932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background worker continuously compares live prices to your saved lines.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33772" y="1965960"/>
            <a:ext cx="63093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737860" y="157734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737860" y="15773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394960" y="25191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Crossing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2884932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instant price crosses your line, the alert condition is triggered.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8252" y="1965960"/>
            <a:ext cx="63093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292340" y="1577340"/>
            <a:ext cx="777240" cy="77724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25" name="Text 23"/>
          <p:cNvSpPr/>
          <p:nvPr/>
        </p:nvSpPr>
        <p:spPr>
          <a:xfrm>
            <a:off x="7292340" y="15773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49440" y="25191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Notify You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2884932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alerted in-app, with a live push, and by email — even offline.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582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your data actually lives and moves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270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Browser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81965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+ drawing tools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063240" y="141732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063240" y="15270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Server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54680" y="181965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your login, saves 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577840" y="141732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577840" y="15270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0" y="181965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lines, alerts, prices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14600" y="1805940"/>
            <a:ext cx="54864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29200" y="1805940"/>
            <a:ext cx="54864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27432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5B6B8C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548640" y="28529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314553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relay carrying live prices — not yet connected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063240" y="27432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5875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063240" y="28529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Worker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154680" y="314553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prices vs. your lines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77840" y="2743200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5875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77840" y="285292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0" y="314553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In-app, live push, and email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14600" y="3131820"/>
            <a:ext cx="548640" cy="0"/>
          </a:xfrm>
          <a:prstGeom prst="line">
            <a:avLst/>
          </a:prstGeom>
          <a:noFill/>
          <a:ln w="22225">
            <a:solidFill>
              <a:srgbClr val="5B6B8C"/>
            </a:solidFill>
            <a:prstDash val="dash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029200" y="3131820"/>
            <a:ext cx="548640" cy="0"/>
          </a:xfrm>
          <a:prstGeom prst="line">
            <a:avLst/>
          </a:prstGeom>
          <a:noFill/>
          <a:ln w="25400">
            <a:solidFill>
              <a:srgbClr val="E8604C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H="1">
            <a:off x="4046220" y="2194560"/>
            <a:ext cx="2514600" cy="548640"/>
          </a:xfrm>
          <a:prstGeom prst="line">
            <a:avLst/>
          </a:prstGeom>
          <a:noFill/>
          <a:ln w="22225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548640" y="36850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side is live today. The Redis price relay (dashed) is coded on the worker's end but Flask doesn't publish to it yet — see the note on the previous slide.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4582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running underneath — in plain English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90800" cy="1508760"/>
          </a:xfrm>
          <a:prstGeom prst="roundRect">
            <a:avLst>
              <a:gd name="adj" fmla="val 4848"/>
            </a:avLst>
          </a:prstGeom>
          <a:solidFill>
            <a:srgbClr val="EEF3FD"/>
          </a:solidFill>
          <a:ln/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517904"/>
            <a:ext cx="2261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See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21792" y="1828800"/>
            <a:ext cx="2261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Next.js, React, Lightweight Charts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2139696"/>
            <a:ext cx="22616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 and the interactive chart you draw 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76600" y="1371600"/>
            <a:ext cx="2590800" cy="1508760"/>
          </a:xfrm>
          <a:prstGeom prst="roundRect">
            <a:avLst>
              <a:gd name="adj" fmla="val 4848"/>
            </a:avLst>
          </a:prstGeom>
          <a:solidFill>
            <a:srgbClr val="EEF3FD"/>
          </a:solidFill>
          <a:ln/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41192" y="1517904"/>
            <a:ext cx="2261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Keeping Work Safe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41192" y="1828800"/>
            <a:ext cx="2261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Prisma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41192" y="2139696"/>
            <a:ext cx="22616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secure database storing every line and alert you create.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96000" y="1371600"/>
            <a:ext cx="2590800" cy="1508760"/>
          </a:xfrm>
          <a:prstGeom prst="roundRect">
            <a:avLst>
              <a:gd name="adj" fmla="val 4848"/>
            </a:avLst>
          </a:prstGeom>
          <a:solidFill>
            <a:srgbClr val="EEF3FD"/>
          </a:solidFill>
          <a:ln/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0592" y="1517904"/>
            <a:ext cx="2261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Market Prices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60592" y="1828800"/>
            <a:ext cx="2261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MT5 → Flask  (Redis leg: designed, not wired)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0592" y="2139696"/>
            <a:ext cx="22616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stream live from the broker into Flask today; the Redis relay to the alert worker is coded but not yet connected.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2590800" cy="1508760"/>
          </a:xfrm>
          <a:prstGeom prst="roundRect">
            <a:avLst>
              <a:gd name="adj" fmla="val 4848"/>
            </a:avLst>
          </a:prstGeom>
          <a:solidFill>
            <a:srgbClr val="EEF3FD"/>
          </a:solidFill>
          <a:ln/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" y="3255264"/>
            <a:ext cx="2261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Alert Brain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1792" y="3566160"/>
            <a:ext cx="2261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+ Redis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792" y="3877056"/>
            <a:ext cx="22616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background worker that never sleeps, checking prices non-stop.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76600" y="3108960"/>
            <a:ext cx="2590800" cy="1508760"/>
          </a:xfrm>
          <a:prstGeom prst="roundRect">
            <a:avLst>
              <a:gd name="adj" fmla="val 4848"/>
            </a:avLst>
          </a:prstGeom>
          <a:solidFill>
            <a:srgbClr val="EEF3FD"/>
          </a:solidFill>
          <a:ln/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41192" y="3255264"/>
            <a:ext cx="2261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Notified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441192" y="3566160"/>
            <a:ext cx="2261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+ Resend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41192" y="3877056"/>
            <a:ext cx="22616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alerts to your screen instantly, and to your inbox.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96000" y="3108960"/>
            <a:ext cx="2590800" cy="1508760"/>
          </a:xfrm>
          <a:prstGeom prst="roundRect">
            <a:avLst>
              <a:gd name="adj" fmla="val 4848"/>
            </a:avLst>
          </a:prstGeom>
          <a:solidFill>
            <a:srgbClr val="EEF3FD"/>
          </a:solidFill>
          <a:ln/>
          <a:effectLst>
            <a:outerShdw sx="100000" sy="100000" kx="0" ky="0" algn="bl" rotWithShape="0" blurRad="88900" dist="25400" dir="5400000">
              <a:srgbClr val="1E2761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60592" y="3255264"/>
            <a:ext cx="2261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 &amp; Access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260592" y="3566160"/>
            <a:ext cx="2261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NextAuth + Stripe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0592" y="3877056"/>
            <a:ext cx="22616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your account secure and manages subscription tiers.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582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CHARACTERISTICS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behaves reliably in the real world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99032"/>
            <a:ext cx="310896" cy="310896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3533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Always-On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alert worker is coded to run on the server around the clock, independent of your browser — it goes live once the price feed is connected (see p.3).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1399032"/>
            <a:ext cx="310896" cy="310896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212080" y="135331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 Real-Time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212080" y="164592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updates and alert checks happen within moments of the market move.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441448"/>
            <a:ext cx="310896" cy="310896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23957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Spam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4400" y="268833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timers and “one-shot” settings stop the same alert firing repeatedly.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441448"/>
            <a:ext cx="310896" cy="310896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441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23957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&amp; Private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212080" y="268833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drawing and alert is tied only to your own logged-in account.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483864"/>
            <a:ext cx="310896" cy="310896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483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34381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Scale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14400" y="373075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website, database, and alert-checker run as separate pieces, so each can grow without slowing the others.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483864"/>
            <a:ext cx="310896" cy="310896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483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12080" y="34381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Clean-Room Build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212080" y="3730752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from scratch with no copied or restricted code — safe for commercial use.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4582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STATUS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five phases are complete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7772400" cy="0"/>
          </a:xfrm>
          <a:prstGeom prst="line">
            <a:avLst/>
          </a:prstGeom>
          <a:noFill/>
          <a:ln w="381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" y="1362456"/>
            <a:ext cx="658368" cy="65836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Text 4"/>
          <p:cNvSpPr/>
          <p:nvPr/>
        </p:nvSpPr>
        <p:spPr>
          <a:xfrm>
            <a:off x="1133856" y="13624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20370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 Primitives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2734056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behind every line, channel, and Fibonacci level.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88336" y="1362456"/>
            <a:ext cx="658368" cy="65836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0" name="Text 8"/>
          <p:cNvSpPr/>
          <p:nvPr/>
        </p:nvSpPr>
        <p:spPr>
          <a:xfrm>
            <a:off x="2688336" y="13624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0" y="220370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 &amp; First Tools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286000" y="2734056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chart engine plus the first drawing tools.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42816" y="1362456"/>
            <a:ext cx="658368" cy="65836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4" name="Text 12"/>
          <p:cNvSpPr/>
          <p:nvPr/>
        </p:nvSpPr>
        <p:spPr>
          <a:xfrm>
            <a:off x="4242816" y="13624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40480" y="220370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Toolbar &amp; Full Engine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40480" y="2734056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on-chart toolbar and complete drawing controller.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797296" y="1362456"/>
            <a:ext cx="658368" cy="65836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8" name="Text 16"/>
          <p:cNvSpPr/>
          <p:nvPr/>
        </p:nvSpPr>
        <p:spPr>
          <a:xfrm>
            <a:off x="5797296" y="13624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94960" y="220370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6 Drawing Tools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394960" y="2734056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Channel, Fibonacci, and text tools finished.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51776" y="1362456"/>
            <a:ext cx="658368" cy="65836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22" name="Text 20"/>
          <p:cNvSpPr/>
          <p:nvPr/>
        </p:nvSpPr>
        <p:spPr>
          <a:xfrm>
            <a:off x="7351776" y="13624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49440" y="220370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+ Alerts + Notify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949440" y="2734056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732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drawings, attaching alerts, and delivering notifications.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86000" y="393192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0" y="3931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Complete  ·  Compiled June 28, 2026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“Complete” covers the files listed above. The Flask → Redis price-publish step is still a documented snippet, not merged code — see p.3 and p.5.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4582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analysis, automated watch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682496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691640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naturally on the chart; get alerted automatically — human judgment plus 24/7 monitoring.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432304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71600" y="2441448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work around the clock, even when your browser or laptop is closed.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182112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3191256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the entire system reuses your existing, proven tech stack — only two small new pieces were added: a job queue and a live-price relay.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3941064"/>
            <a:ext cx="7223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original, clean-room code — no copied or restricted (copyleft) source, so it's safe for commercial use.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35240" y="1188720"/>
            <a:ext cx="868680" cy="0"/>
          </a:xfrm>
          <a:prstGeom prst="line">
            <a:avLst/>
          </a:prstGeom>
          <a:noFill/>
          <a:ln w="12700">
            <a:solidFill>
              <a:srgbClr val="4A5A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69987" y="912205"/>
            <a:ext cx="54603" cy="276515"/>
          </a:xfrm>
          <a:prstGeom prst="rect">
            <a:avLst/>
          </a:prstGeom>
          <a:solidFill>
            <a:srgbClr val="3A4A78"/>
          </a:solidFill>
          <a:ln/>
        </p:spPr>
      </p:sp>
      <p:sp>
        <p:nvSpPr>
          <p:cNvPr id="18" name="Shape 16"/>
          <p:cNvSpPr/>
          <p:nvPr/>
        </p:nvSpPr>
        <p:spPr>
          <a:xfrm>
            <a:off x="7794084" y="780532"/>
            <a:ext cx="54603" cy="408188"/>
          </a:xfrm>
          <a:prstGeom prst="rect">
            <a:avLst/>
          </a:prstGeom>
          <a:solidFill>
            <a:srgbClr val="3A4A78">
              <a:alpha val="8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918181" y="938540"/>
            <a:ext cx="54603" cy="250180"/>
          </a:xfrm>
          <a:prstGeom prst="rect">
            <a:avLst/>
          </a:prstGeom>
          <a:solidFill>
            <a:srgbClr val="3A4A78"/>
          </a:solidFill>
          <a:ln/>
        </p:spPr>
      </p:sp>
      <p:sp>
        <p:nvSpPr>
          <p:cNvPr id="20" name="Shape 18"/>
          <p:cNvSpPr/>
          <p:nvPr/>
        </p:nvSpPr>
        <p:spPr>
          <a:xfrm>
            <a:off x="8042279" y="675193"/>
            <a:ext cx="54603" cy="513527"/>
          </a:xfrm>
          <a:prstGeom prst="rect">
            <a:avLst/>
          </a:prstGeom>
          <a:solidFill>
            <a:srgbClr val="3A4A78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166376" y="859536"/>
            <a:ext cx="54603" cy="329184"/>
          </a:xfrm>
          <a:prstGeom prst="rect">
            <a:avLst/>
          </a:prstGeom>
          <a:solidFill>
            <a:srgbClr val="3A4A78"/>
          </a:solidFill>
          <a:ln/>
        </p:spPr>
      </p:sp>
      <p:sp>
        <p:nvSpPr>
          <p:cNvPr id="22" name="Shape 20"/>
          <p:cNvSpPr/>
          <p:nvPr/>
        </p:nvSpPr>
        <p:spPr>
          <a:xfrm>
            <a:off x="8290473" y="596189"/>
            <a:ext cx="54603" cy="592531"/>
          </a:xfrm>
          <a:prstGeom prst="rect">
            <a:avLst/>
          </a:prstGeom>
          <a:solidFill>
            <a:srgbClr val="3A4A78">
              <a:alpha val="8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414570" y="793699"/>
            <a:ext cx="54603" cy="395021"/>
          </a:xfrm>
          <a:prstGeom prst="rect">
            <a:avLst/>
          </a:prstGeom>
          <a:solidFill>
            <a:srgbClr val="3A4A78"/>
          </a:solidFill>
          <a:ln/>
        </p:spPr>
      </p:sp>
      <p:sp>
        <p:nvSpPr>
          <p:cNvPr id="24" name="Shape 22"/>
          <p:cNvSpPr/>
          <p:nvPr/>
        </p:nvSpPr>
        <p:spPr>
          <a:xfrm flipV="1">
            <a:off x="7543800" y="596189"/>
            <a:ext cx="1051560" cy="408188"/>
          </a:xfrm>
          <a:prstGeom prst="line">
            <a:avLst/>
          </a:prstGeom>
          <a:noFill/>
          <a:ln w="31750">
            <a:solidFill>
              <a:srgbClr val="E8604C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195767" y="620022"/>
            <a:ext cx="164592" cy="164592"/>
          </a:xfrm>
          <a:prstGeom prst="ellipse">
            <a:avLst/>
          </a:prstGeom>
          <a:solidFill>
            <a:srgbClr val="E8604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58200" y="47594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Drawing Engine &amp; Line-Touch Alerts — Architecture Overview</dc:title>
  <dc:subject>PptxGenJS Presentation</dc:subject>
  <dc:creator>DavinTrade</dc:creator>
  <cp:lastModifiedBy>DavinTrade</cp:lastModifiedBy>
  <cp:revision>1</cp:revision>
  <dcterms:created xsi:type="dcterms:W3CDTF">2026-07-05T10:38:39Z</dcterms:created>
  <dcterms:modified xsi:type="dcterms:W3CDTF">2026-07-05T10:38:39Z</dcterms:modified>
</cp:coreProperties>
</file>